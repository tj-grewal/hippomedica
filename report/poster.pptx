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 roundtripDataSignature="AMtx7mhkkBddsuMtmcxiJM5mGRhyZOQXr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1AC843-4155-EDD1-ABF9-39DA9943B47C}" name="Quang Anh Pham" initials="QP" userId="S::qap@sfu.ca::344e9c6d-6d5b-434f-9749-5c8043cfd9e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AC92"/>
    <a:srgbClr val="E99371"/>
    <a:srgbClr val="CD3D3D"/>
    <a:srgbClr val="FFFFFF"/>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6531" autoAdjust="0"/>
    <p:restoredTop sz="90065" autoAdjust="0"/>
  </p:normalViewPr>
  <p:slideViewPr>
    <p:cSldViewPr snapToGrid="0">
      <p:cViewPr>
        <p:scale>
          <a:sx n="33" d="100"/>
          <a:sy n="33" d="100"/>
        </p:scale>
        <p:origin x="1061" y="-624"/>
      </p:cViewPr>
      <p:guideLst>
        <p:guide orient="horz" pos="6912"/>
        <p:guide pos="10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1" Type="http://schemas.microsoft.com/office/2018/10/relationships/authors" Target="authors.xml"/><Relationship Id="rId10" Type="http://schemas.openxmlformats.org/officeDocument/2006/relationships/tableStyles" Target="tableStyles.xml"/><Relationship Id="rId9" Type="http://schemas.openxmlformats.org/officeDocument/2006/relationships/theme" Target="theme/theme1.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5D764927-6C75-4B0A-91AA-72832D5AEE4F}" authorId="{641AC843-4155-EDD1-ABF9-39DA9943B47C}" status="resolved" created="2025-11-30T08:11:56.857" complete="100000">
    <pc:sldMkLst xmlns:pc="http://schemas.microsoft.com/office/powerpoint/2013/main/command">
      <pc:docMk/>
      <pc:sldMk cId="0" sldId="256"/>
    </pc:sldMkLst>
    <p188:txBody>
      <a:bodyPr/>
      <a:lstStyle/>
      <a:p>
        <a:r>
          <a:rPr lang="en-CA"/>
          <a:t>- Shrink poster header
- Remove/Hide titles for graphs for uniformity
- Less margin(?)</a:t>
        </a:r>
      </a:p>
    </p188:txBody>
  </p188:cm>
</p188:cmLst>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C1BC13-0284-457E-8CF9-A9DB1C7B2417}" type="doc">
      <dgm:prSet loTypeId="urn:microsoft.com/office/officeart/2005/8/layout/hProcess7" loCatId="process" qsTypeId="urn:microsoft.com/office/officeart/2005/8/quickstyle/simple2" qsCatId="simple" csTypeId="urn:microsoft.com/office/officeart/2005/8/colors/accent2_4" csCatId="accent2" phldr="1"/>
      <dgm:spPr/>
      <dgm:t>
        <a:bodyPr/>
        <a:lstStyle/>
        <a:p>
          <a:endParaRPr lang="en-CA"/>
        </a:p>
      </dgm:t>
    </dgm:pt>
    <dgm:pt modelId="{4EF4A74B-3942-4159-ADC5-6B7F4DF0A031}">
      <dgm:prSet phldrT="[Text]" phldr="0" custT="1"/>
      <dgm:spPr/>
      <dgm:t>
        <a:bodyPr/>
        <a:lstStyle/>
        <a:p>
          <a:endParaRPr lang="en-CA" sz="3200" dirty="0"/>
        </a:p>
      </dgm:t>
    </dgm:pt>
    <dgm:pt modelId="{56372C31-270E-41AE-BD28-530DDBFC3FC9}" type="parTrans" cxnId="{2F73BA6A-F2B2-443E-AD7E-F2D185CA1360}">
      <dgm:prSet/>
      <dgm:spPr/>
      <dgm:t>
        <a:bodyPr/>
        <a:lstStyle/>
        <a:p>
          <a:endParaRPr lang="en-CA"/>
        </a:p>
      </dgm:t>
    </dgm:pt>
    <dgm:pt modelId="{50A5DD10-0DD0-4F40-8CA9-838595E9D03C}" type="sibTrans" cxnId="{2F73BA6A-F2B2-443E-AD7E-F2D185CA1360}">
      <dgm:prSet/>
      <dgm:spPr/>
      <dgm:t>
        <a:bodyPr/>
        <a:lstStyle/>
        <a:p>
          <a:endParaRPr lang="en-CA"/>
        </a:p>
      </dgm:t>
    </dgm:pt>
    <dgm:pt modelId="{F4B75B66-5E3D-47C4-B62B-72EA0A0CE8A4}">
      <dgm:prSet phldrT="[Text]" phldr="0" custT="1"/>
      <dgm:spPr/>
      <dgm:t>
        <a:bodyPr/>
        <a:lstStyle/>
        <a:p>
          <a:r>
            <a:rPr lang="en-CA" sz="3600" dirty="0"/>
            <a:t>RAW</a:t>
          </a:r>
          <a:r>
            <a:rPr lang="en-CA" sz="3200" dirty="0"/>
            <a:t> </a:t>
          </a:r>
        </a:p>
        <a:p>
          <a:r>
            <a:rPr lang="en-CA" sz="3600" dirty="0"/>
            <a:t>DATA</a:t>
          </a:r>
        </a:p>
        <a:p>
          <a:endParaRPr lang="en-CA" sz="1000" dirty="0"/>
        </a:p>
        <a:p>
          <a:r>
            <a:rPr lang="en-CA" sz="2800" dirty="0"/>
            <a:t>Downloaded as .csv files</a:t>
          </a:r>
          <a:endParaRPr lang="en-CA" sz="3200" dirty="0"/>
        </a:p>
      </dgm:t>
    </dgm:pt>
    <dgm:pt modelId="{6ADC8223-348A-4E02-BE5F-BC247068D997}" type="parTrans" cxnId="{5D9E1596-B284-4D65-9F2A-0CC645EC231A}">
      <dgm:prSet/>
      <dgm:spPr/>
      <dgm:t>
        <a:bodyPr/>
        <a:lstStyle/>
        <a:p>
          <a:endParaRPr lang="en-CA"/>
        </a:p>
      </dgm:t>
    </dgm:pt>
    <dgm:pt modelId="{002B9DC5-4924-4622-847B-09D491636EE2}" type="sibTrans" cxnId="{5D9E1596-B284-4D65-9F2A-0CC645EC231A}">
      <dgm:prSet/>
      <dgm:spPr/>
      <dgm:t>
        <a:bodyPr/>
        <a:lstStyle/>
        <a:p>
          <a:endParaRPr lang="en-CA"/>
        </a:p>
      </dgm:t>
    </dgm:pt>
    <dgm:pt modelId="{7204BEBD-94F0-4CAA-8143-C4675A1E011B}">
      <dgm:prSet phldrT="[Text]" phldr="0" custT="1"/>
      <dgm:spPr/>
      <dgm:t>
        <a:bodyPr/>
        <a:lstStyle/>
        <a:p>
          <a:r>
            <a:rPr lang="en-CA" sz="2800" dirty="0"/>
            <a:t>SMOTE (Stroke)</a:t>
          </a:r>
        </a:p>
      </dgm:t>
    </dgm:pt>
    <dgm:pt modelId="{8A2749B0-A384-4D02-929F-C8D1E74B19BD}" type="parTrans" cxnId="{99E6F281-45D5-441F-87EF-8C71E5A0077A}">
      <dgm:prSet/>
      <dgm:spPr/>
      <dgm:t>
        <a:bodyPr/>
        <a:lstStyle/>
        <a:p>
          <a:endParaRPr lang="en-CA"/>
        </a:p>
      </dgm:t>
    </dgm:pt>
    <dgm:pt modelId="{A3849356-10C0-4CB0-9F82-4235F065669B}" type="sibTrans" cxnId="{99E6F281-45D5-441F-87EF-8C71E5A0077A}">
      <dgm:prSet/>
      <dgm:spPr/>
      <dgm:t>
        <a:bodyPr/>
        <a:lstStyle/>
        <a:p>
          <a:endParaRPr lang="en-CA"/>
        </a:p>
      </dgm:t>
    </dgm:pt>
    <dgm:pt modelId="{4BC2ECE0-B2E3-461E-9857-D94EC425BE13}">
      <dgm:prSet phldrT="[Text]" phldr="0"/>
      <dgm:spPr>
        <a:solidFill>
          <a:srgbClr val="E99371"/>
        </a:solidFill>
      </dgm:spPr>
      <dgm:t>
        <a:bodyPr/>
        <a:lstStyle/>
        <a:p>
          <a:endParaRPr lang="en-CA" dirty="0"/>
        </a:p>
      </dgm:t>
    </dgm:pt>
    <dgm:pt modelId="{13764DE0-1863-4BBC-84EB-7710D53955D1}" type="parTrans" cxnId="{63885646-3B4B-45AB-A7C3-D2669DA8121B}">
      <dgm:prSet/>
      <dgm:spPr/>
      <dgm:t>
        <a:bodyPr/>
        <a:lstStyle/>
        <a:p>
          <a:endParaRPr lang="en-CA"/>
        </a:p>
      </dgm:t>
    </dgm:pt>
    <dgm:pt modelId="{CBCC2ACD-0BDE-4EFB-8E8C-AF2DC5375F1F}" type="sibTrans" cxnId="{63885646-3B4B-45AB-A7C3-D2669DA8121B}">
      <dgm:prSet/>
      <dgm:spPr/>
      <dgm:t>
        <a:bodyPr/>
        <a:lstStyle/>
        <a:p>
          <a:endParaRPr lang="en-CA"/>
        </a:p>
      </dgm:t>
    </dgm:pt>
    <dgm:pt modelId="{01E801C2-A585-4B26-A54D-19917BEE85E7}">
      <dgm:prSet phldrT="[Text]" phldr="0" custT="1"/>
      <dgm:spPr/>
      <dgm:t>
        <a:bodyPr/>
        <a:lstStyle/>
        <a:p>
          <a:endParaRPr lang="en-CA" sz="2000" dirty="0"/>
        </a:p>
        <a:p>
          <a:r>
            <a:rPr lang="en-CA" sz="2800" dirty="0"/>
            <a:t>Web App</a:t>
          </a:r>
        </a:p>
      </dgm:t>
    </dgm:pt>
    <dgm:pt modelId="{22601E03-4605-435D-AEAB-22847AC1FEA5}" type="parTrans" cxnId="{C37F049C-74B5-48D2-AAEB-3D6FF6D2834C}">
      <dgm:prSet/>
      <dgm:spPr/>
      <dgm:t>
        <a:bodyPr/>
        <a:lstStyle/>
        <a:p>
          <a:endParaRPr lang="en-CA"/>
        </a:p>
      </dgm:t>
    </dgm:pt>
    <dgm:pt modelId="{CB420AE1-86C5-4AA8-A1CA-615DC949D769}" type="sibTrans" cxnId="{C37F049C-74B5-48D2-AAEB-3D6FF6D2834C}">
      <dgm:prSet/>
      <dgm:spPr/>
      <dgm:t>
        <a:bodyPr/>
        <a:lstStyle/>
        <a:p>
          <a:endParaRPr lang="en-CA"/>
        </a:p>
      </dgm:t>
    </dgm:pt>
    <dgm:pt modelId="{CAD7CF9C-DE48-42D0-8260-1CE18583C3EC}">
      <dgm:prSet phldrT="[Text]" phldr="0"/>
      <dgm:spPr/>
      <dgm:t>
        <a:bodyPr/>
        <a:lstStyle/>
        <a:p>
          <a:endParaRPr lang="en-CA" dirty="0"/>
        </a:p>
      </dgm:t>
    </dgm:pt>
    <dgm:pt modelId="{B8BA7EC3-C921-410A-AF76-E7E0F0B2EA1B}" type="parTrans" cxnId="{BBF005E4-6480-494B-9A0C-0CCBA1125AA0}">
      <dgm:prSet/>
      <dgm:spPr/>
      <dgm:t>
        <a:bodyPr/>
        <a:lstStyle/>
        <a:p>
          <a:endParaRPr lang="en-CA"/>
        </a:p>
      </dgm:t>
    </dgm:pt>
    <dgm:pt modelId="{3FE76584-E4AA-4E0D-85C1-755E44498CF7}" type="sibTrans" cxnId="{BBF005E4-6480-494B-9A0C-0CCBA1125AA0}">
      <dgm:prSet/>
      <dgm:spPr/>
      <dgm:t>
        <a:bodyPr/>
        <a:lstStyle/>
        <a:p>
          <a:endParaRPr lang="en-CA"/>
        </a:p>
      </dgm:t>
    </dgm:pt>
    <dgm:pt modelId="{F3B42067-3574-4D84-AF07-FA5B0F03E783}">
      <dgm:prSet phldrT="[Text]" phldr="0" custT="1"/>
      <dgm:spPr/>
      <dgm:t>
        <a:bodyPr/>
        <a:lstStyle/>
        <a:p>
          <a:pPr algn="l"/>
          <a:r>
            <a:rPr lang="en-CA" sz="3600" dirty="0"/>
            <a:t>EDA</a:t>
          </a:r>
          <a:endParaRPr lang="en-CA" sz="3200" dirty="0"/>
        </a:p>
        <a:p>
          <a:pPr algn="l"/>
          <a:endParaRPr lang="en-CA" sz="4600" dirty="0"/>
        </a:p>
      </dgm:t>
    </dgm:pt>
    <dgm:pt modelId="{B9C6BCCC-251C-4E11-9716-709E9EA7AAFE}" type="parTrans" cxnId="{9528B95E-A94D-4AFF-8A84-4A7119F123CB}">
      <dgm:prSet/>
      <dgm:spPr/>
      <dgm:t>
        <a:bodyPr/>
        <a:lstStyle/>
        <a:p>
          <a:endParaRPr lang="en-CA"/>
        </a:p>
      </dgm:t>
    </dgm:pt>
    <dgm:pt modelId="{04338DF3-D277-4197-ACF2-0EE12BDEB149}" type="sibTrans" cxnId="{9528B95E-A94D-4AFF-8A84-4A7119F123CB}">
      <dgm:prSet/>
      <dgm:spPr/>
      <dgm:t>
        <a:bodyPr/>
        <a:lstStyle/>
        <a:p>
          <a:endParaRPr lang="en-CA"/>
        </a:p>
      </dgm:t>
    </dgm:pt>
    <dgm:pt modelId="{50E05AC5-BC87-495B-B613-CE3D46F83EE3}">
      <dgm:prSet phldrT="[Text]" phldr="0" custT="1"/>
      <dgm:spPr/>
      <dgm:t>
        <a:bodyPr/>
        <a:lstStyle/>
        <a:p>
          <a:endParaRPr lang="en-CA" sz="2000" dirty="0"/>
        </a:p>
        <a:p>
          <a:r>
            <a:rPr lang="en-CA" sz="2800" dirty="0"/>
            <a:t>RF, XGB, NN</a:t>
          </a:r>
        </a:p>
      </dgm:t>
    </dgm:pt>
    <dgm:pt modelId="{5F41FBCA-C10A-4F0F-9BEF-1107B2E6B49E}" type="parTrans" cxnId="{DF1FDDDC-7661-4643-99CE-71CF437A0594}">
      <dgm:prSet/>
      <dgm:spPr/>
      <dgm:t>
        <a:bodyPr/>
        <a:lstStyle/>
        <a:p>
          <a:endParaRPr lang="en-CA"/>
        </a:p>
      </dgm:t>
    </dgm:pt>
    <dgm:pt modelId="{75122190-16BD-412A-82E1-C4DCF1FE0953}" type="sibTrans" cxnId="{DF1FDDDC-7661-4643-99CE-71CF437A0594}">
      <dgm:prSet/>
      <dgm:spPr/>
      <dgm:t>
        <a:bodyPr/>
        <a:lstStyle/>
        <a:p>
          <a:endParaRPr lang="en-CA"/>
        </a:p>
      </dgm:t>
    </dgm:pt>
    <dgm:pt modelId="{B5385125-5D95-4E74-BF85-3D600627AB36}">
      <dgm:prSet phldrT="[Text]" phldr="0" custT="1"/>
      <dgm:spPr/>
      <dgm:t>
        <a:bodyPr/>
        <a:lstStyle/>
        <a:p>
          <a:r>
            <a:rPr lang="en-CA" sz="2800" dirty="0"/>
            <a:t>Save models</a:t>
          </a:r>
        </a:p>
      </dgm:t>
    </dgm:pt>
    <dgm:pt modelId="{2E76E46E-D380-48E2-AAFA-6060CBFD65C1}" type="parTrans" cxnId="{AFAF415C-9B0C-4E58-9983-FC18A9338FF8}">
      <dgm:prSet/>
      <dgm:spPr/>
      <dgm:t>
        <a:bodyPr/>
        <a:lstStyle/>
        <a:p>
          <a:endParaRPr lang="en-CA"/>
        </a:p>
      </dgm:t>
    </dgm:pt>
    <dgm:pt modelId="{FFFC8C1B-20EE-470B-8EC5-F15D205020C5}" type="sibTrans" cxnId="{AFAF415C-9B0C-4E58-9983-FC18A9338FF8}">
      <dgm:prSet/>
      <dgm:spPr/>
      <dgm:t>
        <a:bodyPr/>
        <a:lstStyle/>
        <a:p>
          <a:endParaRPr lang="en-CA"/>
        </a:p>
      </dgm:t>
    </dgm:pt>
    <dgm:pt modelId="{2508F8A9-F252-4A91-B524-EB486B1939EA}">
      <dgm:prSet phldrT="[Text]" phldr="0" custT="1"/>
      <dgm:spPr/>
      <dgm:t>
        <a:bodyPr/>
        <a:lstStyle/>
        <a:p>
          <a:endParaRPr lang="en-CA" sz="2800" dirty="0"/>
        </a:p>
      </dgm:t>
    </dgm:pt>
    <dgm:pt modelId="{57345C4E-79A6-4B61-B159-33E0956C2C43}" type="parTrans" cxnId="{9C644A19-8901-4118-BF7D-6D3190D6C27F}">
      <dgm:prSet/>
      <dgm:spPr/>
      <dgm:t>
        <a:bodyPr/>
        <a:lstStyle/>
        <a:p>
          <a:endParaRPr lang="en-CA"/>
        </a:p>
      </dgm:t>
    </dgm:pt>
    <dgm:pt modelId="{AA2D394B-07B9-4C1E-81DE-9F69B3B20519}" type="sibTrans" cxnId="{9C644A19-8901-4118-BF7D-6D3190D6C27F}">
      <dgm:prSet/>
      <dgm:spPr/>
      <dgm:t>
        <a:bodyPr/>
        <a:lstStyle/>
        <a:p>
          <a:endParaRPr lang="en-CA"/>
        </a:p>
      </dgm:t>
    </dgm:pt>
    <dgm:pt modelId="{91A7726E-9837-414F-B690-0C11B83471D5}">
      <dgm:prSet phldrT="[Text]" phldr="0" custT="1"/>
      <dgm:spPr/>
      <dgm:t>
        <a:bodyPr/>
        <a:lstStyle/>
        <a:p>
          <a:pPr algn="l"/>
          <a:r>
            <a:rPr lang="en-CA" sz="2800" dirty="0"/>
            <a:t>Imbalance in “Stroke”</a:t>
          </a:r>
        </a:p>
      </dgm:t>
    </dgm:pt>
    <dgm:pt modelId="{EAE6F2DF-F7E4-4FAF-9EEB-D16FD7CDE7E7}" type="parTrans" cxnId="{E66A25ED-6348-4922-A60B-840EF862626A}">
      <dgm:prSet/>
      <dgm:spPr/>
      <dgm:t>
        <a:bodyPr/>
        <a:lstStyle/>
        <a:p>
          <a:endParaRPr lang="en-CA"/>
        </a:p>
      </dgm:t>
    </dgm:pt>
    <dgm:pt modelId="{0B7DB980-E14E-4948-9FB5-DC7FC9D58FB5}" type="sibTrans" cxnId="{E66A25ED-6348-4922-A60B-840EF862626A}">
      <dgm:prSet/>
      <dgm:spPr/>
      <dgm:t>
        <a:bodyPr/>
        <a:lstStyle/>
        <a:p>
          <a:endParaRPr lang="en-CA"/>
        </a:p>
      </dgm:t>
    </dgm:pt>
    <dgm:pt modelId="{DB74C2E7-E545-4F47-8DE3-A54F473AB4FD}">
      <dgm:prSet phldrT="[Text]" phldr="0" custT="1"/>
      <dgm:spPr/>
      <dgm:t>
        <a:bodyPr/>
        <a:lstStyle/>
        <a:p>
          <a:r>
            <a:rPr lang="en-CA" sz="3600" dirty="0"/>
            <a:t>DATA</a:t>
          </a:r>
          <a:r>
            <a:rPr lang="en-CA" sz="3200" dirty="0"/>
            <a:t> </a:t>
          </a:r>
          <a:r>
            <a:rPr lang="en-CA" sz="3600" dirty="0"/>
            <a:t>PREP</a:t>
          </a:r>
          <a:endParaRPr lang="en-CA" sz="3200" dirty="0"/>
        </a:p>
        <a:p>
          <a:endParaRPr lang="en-CA" sz="2000" dirty="0"/>
        </a:p>
      </dgm:t>
    </dgm:pt>
    <dgm:pt modelId="{03135CA0-1E92-4B49-9802-882F72EF42EC}" type="parTrans" cxnId="{664C7440-5E16-41A9-B94D-4B6458542ED3}">
      <dgm:prSet/>
      <dgm:spPr/>
      <dgm:t>
        <a:bodyPr/>
        <a:lstStyle/>
        <a:p>
          <a:endParaRPr lang="en-CA"/>
        </a:p>
      </dgm:t>
    </dgm:pt>
    <dgm:pt modelId="{3F502469-EA57-4C66-B2D4-85CE40EE804C}" type="sibTrans" cxnId="{664C7440-5E16-41A9-B94D-4B6458542ED3}">
      <dgm:prSet/>
      <dgm:spPr/>
      <dgm:t>
        <a:bodyPr/>
        <a:lstStyle/>
        <a:p>
          <a:endParaRPr lang="en-CA"/>
        </a:p>
      </dgm:t>
    </dgm:pt>
    <dgm:pt modelId="{E5DE7355-A3C9-4531-A62F-DA064D40DA3B}">
      <dgm:prSet phldrT="[Text]" phldr="0" custT="1"/>
      <dgm:spPr>
        <a:solidFill>
          <a:srgbClr val="EEAC92"/>
        </a:solidFill>
      </dgm:spPr>
      <dgm:t>
        <a:bodyPr/>
        <a:lstStyle/>
        <a:p>
          <a:endParaRPr lang="en-CA" sz="2400" dirty="0"/>
        </a:p>
      </dgm:t>
    </dgm:pt>
    <dgm:pt modelId="{9A6807DA-00C6-4186-BD4D-B310B01B64F4}" type="parTrans" cxnId="{B9100020-C112-4D76-A034-08FFBC24F2BF}">
      <dgm:prSet/>
      <dgm:spPr/>
      <dgm:t>
        <a:bodyPr/>
        <a:lstStyle/>
        <a:p>
          <a:endParaRPr lang="en-CA"/>
        </a:p>
      </dgm:t>
    </dgm:pt>
    <dgm:pt modelId="{BA737E73-7826-49DE-B795-0AB646D57BF7}" type="sibTrans" cxnId="{B9100020-C112-4D76-A034-08FFBC24F2BF}">
      <dgm:prSet/>
      <dgm:spPr/>
      <dgm:t>
        <a:bodyPr/>
        <a:lstStyle/>
        <a:p>
          <a:endParaRPr lang="en-CA"/>
        </a:p>
      </dgm:t>
    </dgm:pt>
    <dgm:pt modelId="{61AA79D6-D498-434B-94C4-20CB6C36FF56}">
      <dgm:prSet phldrT="[Text]" phldr="0" custT="1"/>
      <dgm:spPr/>
      <dgm:t>
        <a:bodyPr/>
        <a:lstStyle/>
        <a:p>
          <a:r>
            <a:rPr lang="en-CA" sz="3600" dirty="0"/>
            <a:t>MODEL</a:t>
          </a:r>
          <a:r>
            <a:rPr lang="en-CA" sz="3200" dirty="0"/>
            <a:t> </a:t>
          </a:r>
          <a:r>
            <a:rPr lang="en-CA" sz="3600" dirty="0"/>
            <a:t>TRAINING</a:t>
          </a:r>
          <a:endParaRPr lang="en-CA" sz="3200" dirty="0"/>
        </a:p>
      </dgm:t>
    </dgm:pt>
    <dgm:pt modelId="{8BA61A9E-DD90-4D2E-AB71-2AA67DBAC588}" type="parTrans" cxnId="{2F8CA3D5-39CC-4A73-A07C-DD9B0B6D1BD0}">
      <dgm:prSet/>
      <dgm:spPr/>
      <dgm:t>
        <a:bodyPr/>
        <a:lstStyle/>
        <a:p>
          <a:endParaRPr lang="en-CA"/>
        </a:p>
      </dgm:t>
    </dgm:pt>
    <dgm:pt modelId="{0D9217CD-7BF1-4054-A4B2-B162D8A27927}" type="sibTrans" cxnId="{2F8CA3D5-39CC-4A73-A07C-DD9B0B6D1BD0}">
      <dgm:prSet/>
      <dgm:spPr/>
      <dgm:t>
        <a:bodyPr/>
        <a:lstStyle/>
        <a:p>
          <a:endParaRPr lang="en-CA"/>
        </a:p>
      </dgm:t>
    </dgm:pt>
    <dgm:pt modelId="{91361116-A9EC-41CD-BC85-BEF0287C053D}">
      <dgm:prSet phldrT="[Text]" phldr="0" custT="1"/>
      <dgm:spPr/>
      <dgm:t>
        <a:bodyPr/>
        <a:lstStyle/>
        <a:p>
          <a:r>
            <a:rPr lang="en-CA" sz="3600" dirty="0"/>
            <a:t>DEPLOY-MENT</a:t>
          </a:r>
          <a:endParaRPr lang="en-CA" sz="2600" dirty="0"/>
        </a:p>
      </dgm:t>
    </dgm:pt>
    <dgm:pt modelId="{3A654218-A4E7-4500-8061-F2E81BE856EA}" type="parTrans" cxnId="{B38D17FB-3A7A-436D-9342-F08A49726398}">
      <dgm:prSet/>
      <dgm:spPr/>
      <dgm:t>
        <a:bodyPr/>
        <a:lstStyle/>
        <a:p>
          <a:endParaRPr lang="en-CA"/>
        </a:p>
      </dgm:t>
    </dgm:pt>
    <dgm:pt modelId="{D8D54686-D69B-47C2-A9A0-06074769BE8E}" type="sibTrans" cxnId="{B38D17FB-3A7A-436D-9342-F08A49726398}">
      <dgm:prSet/>
      <dgm:spPr/>
      <dgm:t>
        <a:bodyPr/>
        <a:lstStyle/>
        <a:p>
          <a:endParaRPr lang="en-CA"/>
        </a:p>
      </dgm:t>
    </dgm:pt>
    <dgm:pt modelId="{109E6713-44EC-46E0-9560-956F76736733}" type="pres">
      <dgm:prSet presAssocID="{1CC1BC13-0284-457E-8CF9-A9DB1C7B2417}" presName="Name0" presStyleCnt="0">
        <dgm:presLayoutVars>
          <dgm:dir/>
          <dgm:animLvl val="lvl"/>
          <dgm:resizeHandles val="exact"/>
        </dgm:presLayoutVars>
      </dgm:prSet>
      <dgm:spPr/>
    </dgm:pt>
    <dgm:pt modelId="{BE68378A-4960-4812-96E5-A84A688CBCB1}" type="pres">
      <dgm:prSet presAssocID="{4EF4A74B-3942-4159-ADC5-6B7F4DF0A031}" presName="compositeNode" presStyleCnt="0">
        <dgm:presLayoutVars>
          <dgm:bulletEnabled val="1"/>
        </dgm:presLayoutVars>
      </dgm:prSet>
      <dgm:spPr/>
    </dgm:pt>
    <dgm:pt modelId="{B5944625-DB91-4C4F-9A19-B2F630D2350D}" type="pres">
      <dgm:prSet presAssocID="{4EF4A74B-3942-4159-ADC5-6B7F4DF0A031}" presName="bgRect" presStyleLbl="node1" presStyleIdx="0" presStyleCnt="5" custScaleY="125694"/>
      <dgm:spPr/>
    </dgm:pt>
    <dgm:pt modelId="{5EA9227A-1A65-43E5-AF2E-DB20FF9FF955}" type="pres">
      <dgm:prSet presAssocID="{4EF4A74B-3942-4159-ADC5-6B7F4DF0A031}" presName="parentNode" presStyleLbl="node1" presStyleIdx="0" presStyleCnt="5">
        <dgm:presLayoutVars>
          <dgm:chMax val="0"/>
          <dgm:bulletEnabled val="1"/>
        </dgm:presLayoutVars>
      </dgm:prSet>
      <dgm:spPr/>
    </dgm:pt>
    <dgm:pt modelId="{24A772E4-3A74-44DC-8000-32BD5166BA48}" type="pres">
      <dgm:prSet presAssocID="{4EF4A74B-3942-4159-ADC5-6B7F4DF0A031}" presName="childNode" presStyleLbl="node1" presStyleIdx="0" presStyleCnt="5">
        <dgm:presLayoutVars>
          <dgm:bulletEnabled val="1"/>
        </dgm:presLayoutVars>
      </dgm:prSet>
      <dgm:spPr/>
    </dgm:pt>
    <dgm:pt modelId="{412C5675-A7DD-425E-A7D4-3092AC77CDED}" type="pres">
      <dgm:prSet presAssocID="{50A5DD10-0DD0-4F40-8CA9-838595E9D03C}" presName="hSp" presStyleCnt="0"/>
      <dgm:spPr/>
    </dgm:pt>
    <dgm:pt modelId="{B8C8E81F-F02F-429E-B30B-8AF2B3693891}" type="pres">
      <dgm:prSet presAssocID="{50A5DD10-0DD0-4F40-8CA9-838595E9D03C}" presName="vProcSp" presStyleCnt="0"/>
      <dgm:spPr/>
    </dgm:pt>
    <dgm:pt modelId="{188EF36C-EC49-4750-9F33-338780C3127F}" type="pres">
      <dgm:prSet presAssocID="{50A5DD10-0DD0-4F40-8CA9-838595E9D03C}" presName="vSp1" presStyleCnt="0"/>
      <dgm:spPr/>
    </dgm:pt>
    <dgm:pt modelId="{AB7C92C2-BA95-4CF1-B94C-4CE778ACF325}" type="pres">
      <dgm:prSet presAssocID="{50A5DD10-0DD0-4F40-8CA9-838595E9D03C}" presName="simulatedConn" presStyleLbl="solidFgAcc1" presStyleIdx="0" presStyleCnt="4"/>
      <dgm:spPr/>
    </dgm:pt>
    <dgm:pt modelId="{9E65EA87-D6EB-4D97-89F4-392D64640495}" type="pres">
      <dgm:prSet presAssocID="{50A5DD10-0DD0-4F40-8CA9-838595E9D03C}" presName="vSp2" presStyleCnt="0"/>
      <dgm:spPr/>
    </dgm:pt>
    <dgm:pt modelId="{6E58B530-B931-451B-B412-24D73F945ED8}" type="pres">
      <dgm:prSet presAssocID="{50A5DD10-0DD0-4F40-8CA9-838595E9D03C}" presName="sibTrans" presStyleCnt="0"/>
      <dgm:spPr/>
    </dgm:pt>
    <dgm:pt modelId="{2052E108-41D2-4182-883B-F54A72BD570F}" type="pres">
      <dgm:prSet presAssocID="{2508F8A9-F252-4A91-B524-EB486B1939EA}" presName="compositeNode" presStyleCnt="0">
        <dgm:presLayoutVars>
          <dgm:bulletEnabled val="1"/>
        </dgm:presLayoutVars>
      </dgm:prSet>
      <dgm:spPr/>
    </dgm:pt>
    <dgm:pt modelId="{5500F348-726C-40D8-B68B-613357F50670}" type="pres">
      <dgm:prSet presAssocID="{2508F8A9-F252-4A91-B524-EB486B1939EA}" presName="bgRect" presStyleLbl="node1" presStyleIdx="1" presStyleCnt="5" custScaleY="125694"/>
      <dgm:spPr/>
    </dgm:pt>
    <dgm:pt modelId="{B4AE66C4-8C8A-4633-A647-F8645F362840}" type="pres">
      <dgm:prSet presAssocID="{2508F8A9-F252-4A91-B524-EB486B1939EA}" presName="parentNode" presStyleLbl="node1" presStyleIdx="1" presStyleCnt="5">
        <dgm:presLayoutVars>
          <dgm:chMax val="0"/>
          <dgm:bulletEnabled val="1"/>
        </dgm:presLayoutVars>
      </dgm:prSet>
      <dgm:spPr/>
    </dgm:pt>
    <dgm:pt modelId="{57C0F3C3-A0C6-43AA-A702-1816DFA4EB8D}" type="pres">
      <dgm:prSet presAssocID="{2508F8A9-F252-4A91-B524-EB486B1939EA}" presName="childNode" presStyleLbl="node1" presStyleIdx="1" presStyleCnt="5">
        <dgm:presLayoutVars>
          <dgm:bulletEnabled val="1"/>
        </dgm:presLayoutVars>
      </dgm:prSet>
      <dgm:spPr/>
    </dgm:pt>
    <dgm:pt modelId="{E7E8906F-41FD-45DA-9D65-DAA75A849C03}" type="pres">
      <dgm:prSet presAssocID="{AA2D394B-07B9-4C1E-81DE-9F69B3B20519}" presName="hSp" presStyleCnt="0"/>
      <dgm:spPr/>
    </dgm:pt>
    <dgm:pt modelId="{97EBF638-F121-47BF-81A9-42E41F06EC36}" type="pres">
      <dgm:prSet presAssocID="{AA2D394B-07B9-4C1E-81DE-9F69B3B20519}" presName="vProcSp" presStyleCnt="0"/>
      <dgm:spPr/>
    </dgm:pt>
    <dgm:pt modelId="{941190E6-EABF-437D-A14A-50169439744F}" type="pres">
      <dgm:prSet presAssocID="{AA2D394B-07B9-4C1E-81DE-9F69B3B20519}" presName="vSp1" presStyleCnt="0"/>
      <dgm:spPr/>
    </dgm:pt>
    <dgm:pt modelId="{1D4E0172-FD49-4E86-AD38-418B1F8D9C06}" type="pres">
      <dgm:prSet presAssocID="{AA2D394B-07B9-4C1E-81DE-9F69B3B20519}" presName="simulatedConn" presStyleLbl="solidFgAcc1" presStyleIdx="1" presStyleCnt="4"/>
      <dgm:spPr/>
    </dgm:pt>
    <dgm:pt modelId="{5FBDAE71-C425-4F3E-84E2-EF184765381B}" type="pres">
      <dgm:prSet presAssocID="{AA2D394B-07B9-4C1E-81DE-9F69B3B20519}" presName="vSp2" presStyleCnt="0"/>
      <dgm:spPr/>
    </dgm:pt>
    <dgm:pt modelId="{8D587C01-8634-4983-9F04-FD70253A5BB2}" type="pres">
      <dgm:prSet presAssocID="{AA2D394B-07B9-4C1E-81DE-9F69B3B20519}" presName="sibTrans" presStyleCnt="0"/>
      <dgm:spPr/>
    </dgm:pt>
    <dgm:pt modelId="{ACEFE4B7-4F20-4630-B3C9-7B0B7F3C761A}" type="pres">
      <dgm:prSet presAssocID="{E5DE7355-A3C9-4531-A62F-DA064D40DA3B}" presName="compositeNode" presStyleCnt="0">
        <dgm:presLayoutVars>
          <dgm:bulletEnabled val="1"/>
        </dgm:presLayoutVars>
      </dgm:prSet>
      <dgm:spPr/>
    </dgm:pt>
    <dgm:pt modelId="{6BB76EFD-99DB-4330-AF0E-9203D7D1D8AB}" type="pres">
      <dgm:prSet presAssocID="{E5DE7355-A3C9-4531-A62F-DA064D40DA3B}" presName="bgRect" presStyleLbl="node1" presStyleIdx="2" presStyleCnt="5" custScaleY="125694"/>
      <dgm:spPr/>
    </dgm:pt>
    <dgm:pt modelId="{D6D0513D-1CC6-4C76-A23A-5F3F00F61249}" type="pres">
      <dgm:prSet presAssocID="{E5DE7355-A3C9-4531-A62F-DA064D40DA3B}" presName="parentNode" presStyleLbl="node1" presStyleIdx="2" presStyleCnt="5">
        <dgm:presLayoutVars>
          <dgm:chMax val="0"/>
          <dgm:bulletEnabled val="1"/>
        </dgm:presLayoutVars>
      </dgm:prSet>
      <dgm:spPr/>
    </dgm:pt>
    <dgm:pt modelId="{FDFA2280-03DA-4A38-854F-E51F710A163C}" type="pres">
      <dgm:prSet presAssocID="{E5DE7355-A3C9-4531-A62F-DA064D40DA3B}" presName="childNode" presStyleLbl="node1" presStyleIdx="2" presStyleCnt="5">
        <dgm:presLayoutVars>
          <dgm:bulletEnabled val="1"/>
        </dgm:presLayoutVars>
      </dgm:prSet>
      <dgm:spPr/>
    </dgm:pt>
    <dgm:pt modelId="{6F48BAE6-44D0-4ABB-A3E9-214B41B61F46}" type="pres">
      <dgm:prSet presAssocID="{BA737E73-7826-49DE-B795-0AB646D57BF7}" presName="hSp" presStyleCnt="0"/>
      <dgm:spPr/>
    </dgm:pt>
    <dgm:pt modelId="{5C0185F3-4AD7-4FCF-B3F8-2E64649E4778}" type="pres">
      <dgm:prSet presAssocID="{BA737E73-7826-49DE-B795-0AB646D57BF7}" presName="vProcSp" presStyleCnt="0"/>
      <dgm:spPr/>
    </dgm:pt>
    <dgm:pt modelId="{AE82E76B-957F-4BFD-9D84-62BB3FAF5C45}" type="pres">
      <dgm:prSet presAssocID="{BA737E73-7826-49DE-B795-0AB646D57BF7}" presName="vSp1" presStyleCnt="0"/>
      <dgm:spPr/>
    </dgm:pt>
    <dgm:pt modelId="{9D825C3A-14B6-4FE8-8F99-C3DAAE287EB2}" type="pres">
      <dgm:prSet presAssocID="{BA737E73-7826-49DE-B795-0AB646D57BF7}" presName="simulatedConn" presStyleLbl="solidFgAcc1" presStyleIdx="2" presStyleCnt="4"/>
      <dgm:spPr/>
    </dgm:pt>
    <dgm:pt modelId="{54785C01-436D-4516-9018-374AAFE51FBB}" type="pres">
      <dgm:prSet presAssocID="{BA737E73-7826-49DE-B795-0AB646D57BF7}" presName="vSp2" presStyleCnt="0"/>
      <dgm:spPr/>
    </dgm:pt>
    <dgm:pt modelId="{CD3E3DF8-1066-400E-8789-94A7019D8BCF}" type="pres">
      <dgm:prSet presAssocID="{BA737E73-7826-49DE-B795-0AB646D57BF7}" presName="sibTrans" presStyleCnt="0"/>
      <dgm:spPr/>
    </dgm:pt>
    <dgm:pt modelId="{964A1D38-F0FA-4133-AD37-FF4BEFAE2402}" type="pres">
      <dgm:prSet presAssocID="{4BC2ECE0-B2E3-461E-9857-D94EC425BE13}" presName="compositeNode" presStyleCnt="0">
        <dgm:presLayoutVars>
          <dgm:bulletEnabled val="1"/>
        </dgm:presLayoutVars>
      </dgm:prSet>
      <dgm:spPr/>
    </dgm:pt>
    <dgm:pt modelId="{5CF637BB-6780-4E37-B5C6-E604DA94190E}" type="pres">
      <dgm:prSet presAssocID="{4BC2ECE0-B2E3-461E-9857-D94EC425BE13}" presName="bgRect" presStyleLbl="node1" presStyleIdx="3" presStyleCnt="5" custScaleY="125694"/>
      <dgm:spPr/>
    </dgm:pt>
    <dgm:pt modelId="{02291039-36C0-48C7-8E65-556701B98680}" type="pres">
      <dgm:prSet presAssocID="{4BC2ECE0-B2E3-461E-9857-D94EC425BE13}" presName="parentNode" presStyleLbl="node1" presStyleIdx="3" presStyleCnt="5">
        <dgm:presLayoutVars>
          <dgm:chMax val="0"/>
          <dgm:bulletEnabled val="1"/>
        </dgm:presLayoutVars>
      </dgm:prSet>
      <dgm:spPr/>
    </dgm:pt>
    <dgm:pt modelId="{E3E74472-3F00-4EE9-B391-6BC185E915BA}" type="pres">
      <dgm:prSet presAssocID="{4BC2ECE0-B2E3-461E-9857-D94EC425BE13}" presName="childNode" presStyleLbl="node1" presStyleIdx="3" presStyleCnt="5">
        <dgm:presLayoutVars>
          <dgm:bulletEnabled val="1"/>
        </dgm:presLayoutVars>
      </dgm:prSet>
      <dgm:spPr/>
    </dgm:pt>
    <dgm:pt modelId="{F62965EB-F433-48A5-99DB-FC98CE55E8EF}" type="pres">
      <dgm:prSet presAssocID="{CBCC2ACD-0BDE-4EFB-8E8C-AF2DC5375F1F}" presName="hSp" presStyleCnt="0"/>
      <dgm:spPr/>
    </dgm:pt>
    <dgm:pt modelId="{562B6CD2-D7F9-4181-8396-FC6F4BCE9EAF}" type="pres">
      <dgm:prSet presAssocID="{CBCC2ACD-0BDE-4EFB-8E8C-AF2DC5375F1F}" presName="vProcSp" presStyleCnt="0"/>
      <dgm:spPr/>
    </dgm:pt>
    <dgm:pt modelId="{50BA4D4F-4CD5-4D25-A886-66E556089DAC}" type="pres">
      <dgm:prSet presAssocID="{CBCC2ACD-0BDE-4EFB-8E8C-AF2DC5375F1F}" presName="vSp1" presStyleCnt="0"/>
      <dgm:spPr/>
    </dgm:pt>
    <dgm:pt modelId="{3ED0F660-2BED-46CE-A77A-DAAB8EFE5603}" type="pres">
      <dgm:prSet presAssocID="{CBCC2ACD-0BDE-4EFB-8E8C-AF2DC5375F1F}" presName="simulatedConn" presStyleLbl="solidFgAcc1" presStyleIdx="3" presStyleCnt="4"/>
      <dgm:spPr/>
    </dgm:pt>
    <dgm:pt modelId="{5ADB1222-0E19-4183-96B5-A113A840DD05}" type="pres">
      <dgm:prSet presAssocID="{CBCC2ACD-0BDE-4EFB-8E8C-AF2DC5375F1F}" presName="vSp2" presStyleCnt="0"/>
      <dgm:spPr/>
    </dgm:pt>
    <dgm:pt modelId="{CE15050E-5D63-4F75-AF6B-3445626593DB}" type="pres">
      <dgm:prSet presAssocID="{CBCC2ACD-0BDE-4EFB-8E8C-AF2DC5375F1F}" presName="sibTrans" presStyleCnt="0"/>
      <dgm:spPr/>
    </dgm:pt>
    <dgm:pt modelId="{39060529-1A89-4143-8633-876997259CDE}" type="pres">
      <dgm:prSet presAssocID="{CAD7CF9C-DE48-42D0-8260-1CE18583C3EC}" presName="compositeNode" presStyleCnt="0">
        <dgm:presLayoutVars>
          <dgm:bulletEnabled val="1"/>
        </dgm:presLayoutVars>
      </dgm:prSet>
      <dgm:spPr/>
    </dgm:pt>
    <dgm:pt modelId="{5AE3F95A-542C-425C-8EE7-6FBD16898554}" type="pres">
      <dgm:prSet presAssocID="{CAD7CF9C-DE48-42D0-8260-1CE18583C3EC}" presName="bgRect" presStyleLbl="node1" presStyleIdx="4" presStyleCnt="5" custScaleY="125694"/>
      <dgm:spPr/>
    </dgm:pt>
    <dgm:pt modelId="{8A7D3439-76A3-4528-B8D2-EE0EAC00FD8E}" type="pres">
      <dgm:prSet presAssocID="{CAD7CF9C-DE48-42D0-8260-1CE18583C3EC}" presName="parentNode" presStyleLbl="node1" presStyleIdx="4" presStyleCnt="5">
        <dgm:presLayoutVars>
          <dgm:chMax val="0"/>
          <dgm:bulletEnabled val="1"/>
        </dgm:presLayoutVars>
      </dgm:prSet>
      <dgm:spPr/>
    </dgm:pt>
    <dgm:pt modelId="{6431BA11-02D9-48C6-8600-BC86D334835B}" type="pres">
      <dgm:prSet presAssocID="{CAD7CF9C-DE48-42D0-8260-1CE18583C3EC}" presName="childNode" presStyleLbl="node1" presStyleIdx="4" presStyleCnt="5">
        <dgm:presLayoutVars>
          <dgm:bulletEnabled val="1"/>
        </dgm:presLayoutVars>
      </dgm:prSet>
      <dgm:spPr/>
    </dgm:pt>
  </dgm:ptLst>
  <dgm:cxnLst>
    <dgm:cxn modelId="{9C644A19-8901-4118-BF7D-6D3190D6C27F}" srcId="{1CC1BC13-0284-457E-8CF9-A9DB1C7B2417}" destId="{2508F8A9-F252-4A91-B524-EB486B1939EA}" srcOrd="1" destOrd="0" parTransId="{57345C4E-79A6-4B61-B159-33E0956C2C43}" sibTransId="{AA2D394B-07B9-4C1E-81DE-9F69B3B20519}"/>
    <dgm:cxn modelId="{B9100020-C112-4D76-A034-08FFBC24F2BF}" srcId="{1CC1BC13-0284-457E-8CF9-A9DB1C7B2417}" destId="{E5DE7355-A3C9-4531-A62F-DA064D40DA3B}" srcOrd="2" destOrd="0" parTransId="{9A6807DA-00C6-4186-BD4D-B310B01B64F4}" sibTransId="{BA737E73-7826-49DE-B795-0AB646D57BF7}"/>
    <dgm:cxn modelId="{3B92773D-E355-479E-9602-F293B28180C5}" type="presOf" srcId="{91A7726E-9837-414F-B690-0C11B83471D5}" destId="{57C0F3C3-A0C6-43AA-A702-1816DFA4EB8D}" srcOrd="0" destOrd="1" presId="urn:microsoft.com/office/officeart/2005/8/layout/hProcess7"/>
    <dgm:cxn modelId="{664C7440-5E16-41A9-B94D-4B6458542ED3}" srcId="{E5DE7355-A3C9-4531-A62F-DA064D40DA3B}" destId="{DB74C2E7-E545-4F47-8DE3-A54F473AB4FD}" srcOrd="0" destOrd="0" parTransId="{03135CA0-1E92-4B49-9802-882F72EF42EC}" sibTransId="{3F502469-EA57-4C66-B2D4-85CE40EE804C}"/>
    <dgm:cxn modelId="{31E0185B-1CB5-49C3-9755-50570C2D98EC}" type="presOf" srcId="{1CC1BC13-0284-457E-8CF9-A9DB1C7B2417}" destId="{109E6713-44EC-46E0-9560-956F76736733}" srcOrd="0" destOrd="0" presId="urn:microsoft.com/office/officeart/2005/8/layout/hProcess7"/>
    <dgm:cxn modelId="{AFAF415C-9B0C-4E58-9983-FC18A9338FF8}" srcId="{4BC2ECE0-B2E3-461E-9857-D94EC425BE13}" destId="{B5385125-5D95-4E74-BF85-3D600627AB36}" srcOrd="2" destOrd="0" parTransId="{2E76E46E-D380-48E2-AAFA-6060CBFD65C1}" sibTransId="{FFFC8C1B-20EE-470B-8EC5-F15D205020C5}"/>
    <dgm:cxn modelId="{9528B95E-A94D-4AFF-8A84-4A7119F123CB}" srcId="{2508F8A9-F252-4A91-B524-EB486B1939EA}" destId="{F3B42067-3574-4D84-AF07-FA5B0F03E783}" srcOrd="0" destOrd="0" parTransId="{B9C6BCCC-251C-4E11-9716-709E9EA7AAFE}" sibTransId="{04338DF3-D277-4197-ACF2-0EE12BDEB149}"/>
    <dgm:cxn modelId="{68973441-CA69-42F8-90DC-A9145501127D}" type="presOf" srcId="{E5DE7355-A3C9-4531-A62F-DA064D40DA3B}" destId="{6BB76EFD-99DB-4330-AF0E-9203D7D1D8AB}" srcOrd="0" destOrd="0" presId="urn:microsoft.com/office/officeart/2005/8/layout/hProcess7"/>
    <dgm:cxn modelId="{6C13BC61-8F69-48E2-9E87-B4F267588F2F}" type="presOf" srcId="{B5385125-5D95-4E74-BF85-3D600627AB36}" destId="{E3E74472-3F00-4EE9-B391-6BC185E915BA}" srcOrd="0" destOrd="2" presId="urn:microsoft.com/office/officeart/2005/8/layout/hProcess7"/>
    <dgm:cxn modelId="{63885646-3B4B-45AB-A7C3-D2669DA8121B}" srcId="{1CC1BC13-0284-457E-8CF9-A9DB1C7B2417}" destId="{4BC2ECE0-B2E3-461E-9857-D94EC425BE13}" srcOrd="3" destOrd="0" parTransId="{13764DE0-1863-4BBC-84EB-7710D53955D1}" sibTransId="{CBCC2ACD-0BDE-4EFB-8E8C-AF2DC5375F1F}"/>
    <dgm:cxn modelId="{2F73BA6A-F2B2-443E-AD7E-F2D185CA1360}" srcId="{1CC1BC13-0284-457E-8CF9-A9DB1C7B2417}" destId="{4EF4A74B-3942-4159-ADC5-6B7F4DF0A031}" srcOrd="0" destOrd="0" parTransId="{56372C31-270E-41AE-BD28-530DDBFC3FC9}" sibTransId="{50A5DD10-0DD0-4F40-8CA9-838595E9D03C}"/>
    <dgm:cxn modelId="{61C9ED6C-EF49-4BA2-BC4A-ABB0BCEE07BE}" type="presOf" srcId="{7204BEBD-94F0-4CAA-8143-C4675A1E011B}" destId="{FDFA2280-03DA-4A38-854F-E51F710A163C}" srcOrd="0" destOrd="1" presId="urn:microsoft.com/office/officeart/2005/8/layout/hProcess7"/>
    <dgm:cxn modelId="{A504294F-DC71-43F5-B89B-C8FB61D5EE05}" type="presOf" srcId="{4BC2ECE0-B2E3-461E-9857-D94EC425BE13}" destId="{02291039-36C0-48C7-8E65-556701B98680}" srcOrd="1" destOrd="0" presId="urn:microsoft.com/office/officeart/2005/8/layout/hProcess7"/>
    <dgm:cxn modelId="{99E6F281-45D5-441F-87EF-8C71E5A0077A}" srcId="{E5DE7355-A3C9-4531-A62F-DA064D40DA3B}" destId="{7204BEBD-94F0-4CAA-8143-C4675A1E011B}" srcOrd="1" destOrd="0" parTransId="{8A2749B0-A384-4D02-929F-C8D1E74B19BD}" sibTransId="{A3849356-10C0-4CB0-9F82-4235F065669B}"/>
    <dgm:cxn modelId="{B5E2F585-3412-452C-8890-B5F43D240B6C}" type="presOf" srcId="{61AA79D6-D498-434B-94C4-20CB6C36FF56}" destId="{E3E74472-3F00-4EE9-B391-6BC185E915BA}" srcOrd="0" destOrd="0" presId="urn:microsoft.com/office/officeart/2005/8/layout/hProcess7"/>
    <dgm:cxn modelId="{8DD8E88F-0881-4749-8119-84F983914F35}" type="presOf" srcId="{E5DE7355-A3C9-4531-A62F-DA064D40DA3B}" destId="{D6D0513D-1CC6-4C76-A23A-5F3F00F61249}" srcOrd="1" destOrd="0" presId="urn:microsoft.com/office/officeart/2005/8/layout/hProcess7"/>
    <dgm:cxn modelId="{5D9E1596-B284-4D65-9F2A-0CC645EC231A}" srcId="{4EF4A74B-3942-4159-ADC5-6B7F4DF0A031}" destId="{F4B75B66-5E3D-47C4-B62B-72EA0A0CE8A4}" srcOrd="0" destOrd="0" parTransId="{6ADC8223-348A-4E02-BE5F-BC247068D997}" sibTransId="{002B9DC5-4924-4622-847B-09D491636EE2}"/>
    <dgm:cxn modelId="{DEB3069A-61F9-4FDD-9BBB-039AA18C16DA}" type="presOf" srcId="{91361116-A9EC-41CD-BC85-BEF0287C053D}" destId="{6431BA11-02D9-48C6-8600-BC86D334835B}" srcOrd="0" destOrd="0" presId="urn:microsoft.com/office/officeart/2005/8/layout/hProcess7"/>
    <dgm:cxn modelId="{C37F049C-74B5-48D2-AAEB-3D6FF6D2834C}" srcId="{CAD7CF9C-DE48-42D0-8260-1CE18583C3EC}" destId="{01E801C2-A585-4B26-A54D-19917BEE85E7}" srcOrd="1" destOrd="0" parTransId="{22601E03-4605-435D-AEAB-22847AC1FEA5}" sibTransId="{CB420AE1-86C5-4AA8-A1CA-615DC949D769}"/>
    <dgm:cxn modelId="{49FD8DA0-6F8E-4202-8293-C3D4CC6331DF}" type="presOf" srcId="{2508F8A9-F252-4A91-B524-EB486B1939EA}" destId="{B4AE66C4-8C8A-4633-A647-F8645F362840}" srcOrd="1" destOrd="0" presId="urn:microsoft.com/office/officeart/2005/8/layout/hProcess7"/>
    <dgm:cxn modelId="{BAD65CA3-EF36-40BA-8E1A-C29280B9398E}" type="presOf" srcId="{2508F8A9-F252-4A91-B524-EB486B1939EA}" destId="{5500F348-726C-40D8-B68B-613357F50670}" srcOrd="0" destOrd="0" presId="urn:microsoft.com/office/officeart/2005/8/layout/hProcess7"/>
    <dgm:cxn modelId="{5B9D79A5-7966-4CBB-BA7C-DE27D2CC0BAC}" type="presOf" srcId="{01E801C2-A585-4B26-A54D-19917BEE85E7}" destId="{6431BA11-02D9-48C6-8600-BC86D334835B}" srcOrd="0" destOrd="1" presId="urn:microsoft.com/office/officeart/2005/8/layout/hProcess7"/>
    <dgm:cxn modelId="{0B2AB4A5-B853-47F3-BB70-440570846DD6}" type="presOf" srcId="{CAD7CF9C-DE48-42D0-8260-1CE18583C3EC}" destId="{5AE3F95A-542C-425C-8EE7-6FBD16898554}" srcOrd="0" destOrd="0" presId="urn:microsoft.com/office/officeart/2005/8/layout/hProcess7"/>
    <dgm:cxn modelId="{F796ABA6-2014-4BC5-B4BE-AFFC2A840013}" type="presOf" srcId="{4EF4A74B-3942-4159-ADC5-6B7F4DF0A031}" destId="{B5944625-DB91-4C4F-9A19-B2F630D2350D}" srcOrd="0" destOrd="0" presId="urn:microsoft.com/office/officeart/2005/8/layout/hProcess7"/>
    <dgm:cxn modelId="{69C7D7AF-A1AD-4EBD-8CEC-AFE5F9944B71}" type="presOf" srcId="{DB74C2E7-E545-4F47-8DE3-A54F473AB4FD}" destId="{FDFA2280-03DA-4A38-854F-E51F710A163C}" srcOrd="0" destOrd="0" presId="urn:microsoft.com/office/officeart/2005/8/layout/hProcess7"/>
    <dgm:cxn modelId="{9FCB95B3-8CBE-4315-A651-4A78320DB3D2}" type="presOf" srcId="{4EF4A74B-3942-4159-ADC5-6B7F4DF0A031}" destId="{5EA9227A-1A65-43E5-AF2E-DB20FF9FF955}" srcOrd="1" destOrd="0" presId="urn:microsoft.com/office/officeart/2005/8/layout/hProcess7"/>
    <dgm:cxn modelId="{8E2F2DBE-B396-46DD-9275-E21D08E06044}" type="presOf" srcId="{4BC2ECE0-B2E3-461E-9857-D94EC425BE13}" destId="{5CF637BB-6780-4E37-B5C6-E604DA94190E}" srcOrd="0" destOrd="0" presId="urn:microsoft.com/office/officeart/2005/8/layout/hProcess7"/>
    <dgm:cxn modelId="{BDC888BF-0243-4019-B429-274EB6904394}" type="presOf" srcId="{CAD7CF9C-DE48-42D0-8260-1CE18583C3EC}" destId="{8A7D3439-76A3-4528-B8D2-EE0EAC00FD8E}" srcOrd="1" destOrd="0" presId="urn:microsoft.com/office/officeart/2005/8/layout/hProcess7"/>
    <dgm:cxn modelId="{F01AB4C5-02E0-46BA-A40D-B2E8A6AC322C}" type="presOf" srcId="{F3B42067-3574-4D84-AF07-FA5B0F03E783}" destId="{57C0F3C3-A0C6-43AA-A702-1816DFA4EB8D}" srcOrd="0" destOrd="0" presId="urn:microsoft.com/office/officeart/2005/8/layout/hProcess7"/>
    <dgm:cxn modelId="{2F8CA3D5-39CC-4A73-A07C-DD9B0B6D1BD0}" srcId="{4BC2ECE0-B2E3-461E-9857-D94EC425BE13}" destId="{61AA79D6-D498-434B-94C4-20CB6C36FF56}" srcOrd="0" destOrd="0" parTransId="{8BA61A9E-DD90-4D2E-AB71-2AA67DBAC588}" sibTransId="{0D9217CD-7BF1-4054-A4B2-B162D8A27927}"/>
    <dgm:cxn modelId="{DF1FDDDC-7661-4643-99CE-71CF437A0594}" srcId="{4BC2ECE0-B2E3-461E-9857-D94EC425BE13}" destId="{50E05AC5-BC87-495B-B613-CE3D46F83EE3}" srcOrd="1" destOrd="0" parTransId="{5F41FBCA-C10A-4F0F-9BEF-1107B2E6B49E}" sibTransId="{75122190-16BD-412A-82E1-C4DCF1FE0953}"/>
    <dgm:cxn modelId="{BBF005E4-6480-494B-9A0C-0CCBA1125AA0}" srcId="{1CC1BC13-0284-457E-8CF9-A9DB1C7B2417}" destId="{CAD7CF9C-DE48-42D0-8260-1CE18583C3EC}" srcOrd="4" destOrd="0" parTransId="{B8BA7EC3-C921-410A-AF76-E7E0F0B2EA1B}" sibTransId="{3FE76584-E4AA-4E0D-85C1-755E44498CF7}"/>
    <dgm:cxn modelId="{E66A25ED-6348-4922-A60B-840EF862626A}" srcId="{2508F8A9-F252-4A91-B524-EB486B1939EA}" destId="{91A7726E-9837-414F-B690-0C11B83471D5}" srcOrd="1" destOrd="0" parTransId="{EAE6F2DF-F7E4-4FAF-9EEB-D16FD7CDE7E7}" sibTransId="{0B7DB980-E14E-4948-9FB5-DC7FC9D58FB5}"/>
    <dgm:cxn modelId="{A64E51EE-15FF-4372-AAD0-846518480572}" type="presOf" srcId="{F4B75B66-5E3D-47C4-B62B-72EA0A0CE8A4}" destId="{24A772E4-3A74-44DC-8000-32BD5166BA48}" srcOrd="0" destOrd="0" presId="urn:microsoft.com/office/officeart/2005/8/layout/hProcess7"/>
    <dgm:cxn modelId="{F6CF99F9-39AA-4C7A-9E52-A1C997AD5C1C}" type="presOf" srcId="{50E05AC5-BC87-495B-B613-CE3D46F83EE3}" destId="{E3E74472-3F00-4EE9-B391-6BC185E915BA}" srcOrd="0" destOrd="1" presId="urn:microsoft.com/office/officeart/2005/8/layout/hProcess7"/>
    <dgm:cxn modelId="{B38D17FB-3A7A-436D-9342-F08A49726398}" srcId="{CAD7CF9C-DE48-42D0-8260-1CE18583C3EC}" destId="{91361116-A9EC-41CD-BC85-BEF0287C053D}" srcOrd="0" destOrd="0" parTransId="{3A654218-A4E7-4500-8061-F2E81BE856EA}" sibTransId="{D8D54686-D69B-47C2-A9A0-06074769BE8E}"/>
    <dgm:cxn modelId="{0AE24093-F8CE-4DBE-A5D9-573102865699}" type="presParOf" srcId="{109E6713-44EC-46E0-9560-956F76736733}" destId="{BE68378A-4960-4812-96E5-A84A688CBCB1}" srcOrd="0" destOrd="0" presId="urn:microsoft.com/office/officeart/2005/8/layout/hProcess7"/>
    <dgm:cxn modelId="{1C0E0761-FC01-4B20-B733-E9AEEC9A3AB3}" type="presParOf" srcId="{BE68378A-4960-4812-96E5-A84A688CBCB1}" destId="{B5944625-DB91-4C4F-9A19-B2F630D2350D}" srcOrd="0" destOrd="0" presId="urn:microsoft.com/office/officeart/2005/8/layout/hProcess7"/>
    <dgm:cxn modelId="{F2A0975F-5162-403B-9FEB-82ED2805AA2E}" type="presParOf" srcId="{BE68378A-4960-4812-96E5-A84A688CBCB1}" destId="{5EA9227A-1A65-43E5-AF2E-DB20FF9FF955}" srcOrd="1" destOrd="0" presId="urn:microsoft.com/office/officeart/2005/8/layout/hProcess7"/>
    <dgm:cxn modelId="{121B78FE-E299-47D2-9A1B-335AE1032C11}" type="presParOf" srcId="{BE68378A-4960-4812-96E5-A84A688CBCB1}" destId="{24A772E4-3A74-44DC-8000-32BD5166BA48}" srcOrd="2" destOrd="0" presId="urn:microsoft.com/office/officeart/2005/8/layout/hProcess7"/>
    <dgm:cxn modelId="{25E8E064-359C-4ACE-BE0F-81B33A844E48}" type="presParOf" srcId="{109E6713-44EC-46E0-9560-956F76736733}" destId="{412C5675-A7DD-425E-A7D4-3092AC77CDED}" srcOrd="1" destOrd="0" presId="urn:microsoft.com/office/officeart/2005/8/layout/hProcess7"/>
    <dgm:cxn modelId="{E6786B0A-9F2D-4821-B6F3-BB7C3EB42936}" type="presParOf" srcId="{109E6713-44EC-46E0-9560-956F76736733}" destId="{B8C8E81F-F02F-429E-B30B-8AF2B3693891}" srcOrd="2" destOrd="0" presId="urn:microsoft.com/office/officeart/2005/8/layout/hProcess7"/>
    <dgm:cxn modelId="{DCCE2BC2-BC48-4F9A-95DE-2DC120EBC0BF}" type="presParOf" srcId="{B8C8E81F-F02F-429E-B30B-8AF2B3693891}" destId="{188EF36C-EC49-4750-9F33-338780C3127F}" srcOrd="0" destOrd="0" presId="urn:microsoft.com/office/officeart/2005/8/layout/hProcess7"/>
    <dgm:cxn modelId="{916AA257-97AC-43E7-ABC2-EF4EEA0E7B2B}" type="presParOf" srcId="{B8C8E81F-F02F-429E-B30B-8AF2B3693891}" destId="{AB7C92C2-BA95-4CF1-B94C-4CE778ACF325}" srcOrd="1" destOrd="0" presId="urn:microsoft.com/office/officeart/2005/8/layout/hProcess7"/>
    <dgm:cxn modelId="{3FA28474-2948-41CC-B1F0-2F7944AAF5F7}" type="presParOf" srcId="{B8C8E81F-F02F-429E-B30B-8AF2B3693891}" destId="{9E65EA87-D6EB-4D97-89F4-392D64640495}" srcOrd="2" destOrd="0" presId="urn:microsoft.com/office/officeart/2005/8/layout/hProcess7"/>
    <dgm:cxn modelId="{6BE8904F-4AC2-4D29-970F-95DC0B8B8998}" type="presParOf" srcId="{109E6713-44EC-46E0-9560-956F76736733}" destId="{6E58B530-B931-451B-B412-24D73F945ED8}" srcOrd="3" destOrd="0" presId="urn:microsoft.com/office/officeart/2005/8/layout/hProcess7"/>
    <dgm:cxn modelId="{0CE38918-851B-47E8-B40F-9C4E2174A6EA}" type="presParOf" srcId="{109E6713-44EC-46E0-9560-956F76736733}" destId="{2052E108-41D2-4182-883B-F54A72BD570F}" srcOrd="4" destOrd="0" presId="urn:microsoft.com/office/officeart/2005/8/layout/hProcess7"/>
    <dgm:cxn modelId="{428DA14A-0790-4912-98DB-AAABE7C903A2}" type="presParOf" srcId="{2052E108-41D2-4182-883B-F54A72BD570F}" destId="{5500F348-726C-40D8-B68B-613357F50670}" srcOrd="0" destOrd="0" presId="urn:microsoft.com/office/officeart/2005/8/layout/hProcess7"/>
    <dgm:cxn modelId="{7F00ADDB-761E-4661-9011-AF8F06B6CF72}" type="presParOf" srcId="{2052E108-41D2-4182-883B-F54A72BD570F}" destId="{B4AE66C4-8C8A-4633-A647-F8645F362840}" srcOrd="1" destOrd="0" presId="urn:microsoft.com/office/officeart/2005/8/layout/hProcess7"/>
    <dgm:cxn modelId="{0E17A3AA-63B6-4E0E-ABAE-4AD077667E84}" type="presParOf" srcId="{2052E108-41D2-4182-883B-F54A72BD570F}" destId="{57C0F3C3-A0C6-43AA-A702-1816DFA4EB8D}" srcOrd="2" destOrd="0" presId="urn:microsoft.com/office/officeart/2005/8/layout/hProcess7"/>
    <dgm:cxn modelId="{541AAE42-FE1F-4AD6-9514-886CA3D761ED}" type="presParOf" srcId="{109E6713-44EC-46E0-9560-956F76736733}" destId="{E7E8906F-41FD-45DA-9D65-DAA75A849C03}" srcOrd="5" destOrd="0" presId="urn:microsoft.com/office/officeart/2005/8/layout/hProcess7"/>
    <dgm:cxn modelId="{B721D450-3F3E-4B45-ABE4-2FF74CFDAC4B}" type="presParOf" srcId="{109E6713-44EC-46E0-9560-956F76736733}" destId="{97EBF638-F121-47BF-81A9-42E41F06EC36}" srcOrd="6" destOrd="0" presId="urn:microsoft.com/office/officeart/2005/8/layout/hProcess7"/>
    <dgm:cxn modelId="{462FF77A-EFBD-4BF1-B32F-E1822A7183AE}" type="presParOf" srcId="{97EBF638-F121-47BF-81A9-42E41F06EC36}" destId="{941190E6-EABF-437D-A14A-50169439744F}" srcOrd="0" destOrd="0" presId="urn:microsoft.com/office/officeart/2005/8/layout/hProcess7"/>
    <dgm:cxn modelId="{4204E831-93B4-4C66-89B1-ECCDD2070869}" type="presParOf" srcId="{97EBF638-F121-47BF-81A9-42E41F06EC36}" destId="{1D4E0172-FD49-4E86-AD38-418B1F8D9C06}" srcOrd="1" destOrd="0" presId="urn:microsoft.com/office/officeart/2005/8/layout/hProcess7"/>
    <dgm:cxn modelId="{951D63BB-97BE-439E-AD28-7E3CB1A89D77}" type="presParOf" srcId="{97EBF638-F121-47BF-81A9-42E41F06EC36}" destId="{5FBDAE71-C425-4F3E-84E2-EF184765381B}" srcOrd="2" destOrd="0" presId="urn:microsoft.com/office/officeart/2005/8/layout/hProcess7"/>
    <dgm:cxn modelId="{BEF29AAC-E5A5-492C-B607-500D24C17A4C}" type="presParOf" srcId="{109E6713-44EC-46E0-9560-956F76736733}" destId="{8D587C01-8634-4983-9F04-FD70253A5BB2}" srcOrd="7" destOrd="0" presId="urn:microsoft.com/office/officeart/2005/8/layout/hProcess7"/>
    <dgm:cxn modelId="{50FC636F-373A-4E33-A6FD-B89FDE596DA0}" type="presParOf" srcId="{109E6713-44EC-46E0-9560-956F76736733}" destId="{ACEFE4B7-4F20-4630-B3C9-7B0B7F3C761A}" srcOrd="8" destOrd="0" presId="urn:microsoft.com/office/officeart/2005/8/layout/hProcess7"/>
    <dgm:cxn modelId="{8A60E710-2BF9-43DA-8DD2-2144FE7F745B}" type="presParOf" srcId="{ACEFE4B7-4F20-4630-B3C9-7B0B7F3C761A}" destId="{6BB76EFD-99DB-4330-AF0E-9203D7D1D8AB}" srcOrd="0" destOrd="0" presId="urn:microsoft.com/office/officeart/2005/8/layout/hProcess7"/>
    <dgm:cxn modelId="{804BDDC8-A1AE-468A-B45B-1EB103B2EB47}" type="presParOf" srcId="{ACEFE4B7-4F20-4630-B3C9-7B0B7F3C761A}" destId="{D6D0513D-1CC6-4C76-A23A-5F3F00F61249}" srcOrd="1" destOrd="0" presId="urn:microsoft.com/office/officeart/2005/8/layout/hProcess7"/>
    <dgm:cxn modelId="{17D245BC-04F4-4902-B6B3-FB19C89E3BE5}" type="presParOf" srcId="{ACEFE4B7-4F20-4630-B3C9-7B0B7F3C761A}" destId="{FDFA2280-03DA-4A38-854F-E51F710A163C}" srcOrd="2" destOrd="0" presId="urn:microsoft.com/office/officeart/2005/8/layout/hProcess7"/>
    <dgm:cxn modelId="{1A961233-980B-4BF0-9D17-67A456DDB74C}" type="presParOf" srcId="{109E6713-44EC-46E0-9560-956F76736733}" destId="{6F48BAE6-44D0-4ABB-A3E9-214B41B61F46}" srcOrd="9" destOrd="0" presId="urn:microsoft.com/office/officeart/2005/8/layout/hProcess7"/>
    <dgm:cxn modelId="{F3D465E1-DE60-4777-B9C9-0336AC4A3CAD}" type="presParOf" srcId="{109E6713-44EC-46E0-9560-956F76736733}" destId="{5C0185F3-4AD7-4FCF-B3F8-2E64649E4778}" srcOrd="10" destOrd="0" presId="urn:microsoft.com/office/officeart/2005/8/layout/hProcess7"/>
    <dgm:cxn modelId="{A0BA1546-9554-4491-AA23-85B43C08DEC0}" type="presParOf" srcId="{5C0185F3-4AD7-4FCF-B3F8-2E64649E4778}" destId="{AE82E76B-957F-4BFD-9D84-62BB3FAF5C45}" srcOrd="0" destOrd="0" presId="urn:microsoft.com/office/officeart/2005/8/layout/hProcess7"/>
    <dgm:cxn modelId="{F1551A41-4B70-4328-91F0-49D05B50EDAB}" type="presParOf" srcId="{5C0185F3-4AD7-4FCF-B3F8-2E64649E4778}" destId="{9D825C3A-14B6-4FE8-8F99-C3DAAE287EB2}" srcOrd="1" destOrd="0" presId="urn:microsoft.com/office/officeart/2005/8/layout/hProcess7"/>
    <dgm:cxn modelId="{D5B9CBD2-7EE1-4ACA-8F1E-DF43FC202117}" type="presParOf" srcId="{5C0185F3-4AD7-4FCF-B3F8-2E64649E4778}" destId="{54785C01-436D-4516-9018-374AAFE51FBB}" srcOrd="2" destOrd="0" presId="urn:microsoft.com/office/officeart/2005/8/layout/hProcess7"/>
    <dgm:cxn modelId="{792E0D50-6491-4195-868F-7A31BE3966EC}" type="presParOf" srcId="{109E6713-44EC-46E0-9560-956F76736733}" destId="{CD3E3DF8-1066-400E-8789-94A7019D8BCF}" srcOrd="11" destOrd="0" presId="urn:microsoft.com/office/officeart/2005/8/layout/hProcess7"/>
    <dgm:cxn modelId="{66669166-9C5A-4220-AD30-3ECF1EC09A32}" type="presParOf" srcId="{109E6713-44EC-46E0-9560-956F76736733}" destId="{964A1D38-F0FA-4133-AD37-FF4BEFAE2402}" srcOrd="12" destOrd="0" presId="urn:microsoft.com/office/officeart/2005/8/layout/hProcess7"/>
    <dgm:cxn modelId="{021A0290-DB60-4ED1-8785-5154EB5C1E3A}" type="presParOf" srcId="{964A1D38-F0FA-4133-AD37-FF4BEFAE2402}" destId="{5CF637BB-6780-4E37-B5C6-E604DA94190E}" srcOrd="0" destOrd="0" presId="urn:microsoft.com/office/officeart/2005/8/layout/hProcess7"/>
    <dgm:cxn modelId="{333ABAB8-FC94-4736-B9B4-D3ED1FF22EF5}" type="presParOf" srcId="{964A1D38-F0FA-4133-AD37-FF4BEFAE2402}" destId="{02291039-36C0-48C7-8E65-556701B98680}" srcOrd="1" destOrd="0" presId="urn:microsoft.com/office/officeart/2005/8/layout/hProcess7"/>
    <dgm:cxn modelId="{CD4F8B8E-9E5B-4638-A65B-512D770F0437}" type="presParOf" srcId="{964A1D38-F0FA-4133-AD37-FF4BEFAE2402}" destId="{E3E74472-3F00-4EE9-B391-6BC185E915BA}" srcOrd="2" destOrd="0" presId="urn:microsoft.com/office/officeart/2005/8/layout/hProcess7"/>
    <dgm:cxn modelId="{CA40272D-93A0-439A-BADD-32CF91BDA526}" type="presParOf" srcId="{109E6713-44EC-46E0-9560-956F76736733}" destId="{F62965EB-F433-48A5-99DB-FC98CE55E8EF}" srcOrd="13" destOrd="0" presId="urn:microsoft.com/office/officeart/2005/8/layout/hProcess7"/>
    <dgm:cxn modelId="{C6C67F3A-D69D-4A1C-82A2-B4B4F6A43F4B}" type="presParOf" srcId="{109E6713-44EC-46E0-9560-956F76736733}" destId="{562B6CD2-D7F9-4181-8396-FC6F4BCE9EAF}" srcOrd="14" destOrd="0" presId="urn:microsoft.com/office/officeart/2005/8/layout/hProcess7"/>
    <dgm:cxn modelId="{822701CF-3F2D-4EFA-9F27-0162D1AAA2A8}" type="presParOf" srcId="{562B6CD2-D7F9-4181-8396-FC6F4BCE9EAF}" destId="{50BA4D4F-4CD5-4D25-A886-66E556089DAC}" srcOrd="0" destOrd="0" presId="urn:microsoft.com/office/officeart/2005/8/layout/hProcess7"/>
    <dgm:cxn modelId="{47FE83E9-6330-4B15-8D5C-6B928F9A6F84}" type="presParOf" srcId="{562B6CD2-D7F9-4181-8396-FC6F4BCE9EAF}" destId="{3ED0F660-2BED-46CE-A77A-DAAB8EFE5603}" srcOrd="1" destOrd="0" presId="urn:microsoft.com/office/officeart/2005/8/layout/hProcess7"/>
    <dgm:cxn modelId="{219FE8D8-2B8E-4711-88BC-D98130C65EFD}" type="presParOf" srcId="{562B6CD2-D7F9-4181-8396-FC6F4BCE9EAF}" destId="{5ADB1222-0E19-4183-96B5-A113A840DD05}" srcOrd="2" destOrd="0" presId="urn:microsoft.com/office/officeart/2005/8/layout/hProcess7"/>
    <dgm:cxn modelId="{0CB75A3A-F921-42EA-8348-F89046F08BFB}" type="presParOf" srcId="{109E6713-44EC-46E0-9560-956F76736733}" destId="{CE15050E-5D63-4F75-AF6B-3445626593DB}" srcOrd="15" destOrd="0" presId="urn:microsoft.com/office/officeart/2005/8/layout/hProcess7"/>
    <dgm:cxn modelId="{E29A0788-6F97-4849-80BD-E0CF50BB583B}" type="presParOf" srcId="{109E6713-44EC-46E0-9560-956F76736733}" destId="{39060529-1A89-4143-8633-876997259CDE}" srcOrd="16" destOrd="0" presId="urn:microsoft.com/office/officeart/2005/8/layout/hProcess7"/>
    <dgm:cxn modelId="{72E1A326-63F1-4DC7-9FC9-7D7AA1B12222}" type="presParOf" srcId="{39060529-1A89-4143-8633-876997259CDE}" destId="{5AE3F95A-542C-425C-8EE7-6FBD16898554}" srcOrd="0" destOrd="0" presId="urn:microsoft.com/office/officeart/2005/8/layout/hProcess7"/>
    <dgm:cxn modelId="{C1443624-894E-4CCE-B282-F3BEAB1EEE11}" type="presParOf" srcId="{39060529-1A89-4143-8633-876997259CDE}" destId="{8A7D3439-76A3-4528-B8D2-EE0EAC00FD8E}" srcOrd="1" destOrd="0" presId="urn:microsoft.com/office/officeart/2005/8/layout/hProcess7"/>
    <dgm:cxn modelId="{399888DA-D4D1-46C1-B316-7414458FDEE7}" type="presParOf" srcId="{39060529-1A89-4143-8633-876997259CDE}" destId="{6431BA11-02D9-48C6-8600-BC86D334835B}" srcOrd="2" destOrd="0" presId="urn:microsoft.com/office/officeart/2005/8/layout/hProcess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44625-DB91-4C4F-9A19-B2F630D2350D}">
      <dsp:nvSpPr>
        <dsp:cNvPr id="0" name=""/>
        <dsp:cNvSpPr/>
      </dsp:nvSpPr>
      <dsp:spPr>
        <a:xfrm>
          <a:off x="9186" y="489766"/>
          <a:ext cx="3207320" cy="4837691"/>
        </a:xfrm>
        <a:prstGeom prst="roundRect">
          <a:avLst>
            <a:gd name="adj" fmla="val 5000"/>
          </a:avLst>
        </a:prstGeom>
        <a:solidFill>
          <a:schemeClr val="accent2">
            <a:shade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109728" rIns="142240" bIns="0" numCol="1" spcCol="1270" anchor="t" anchorCtr="0">
          <a:noAutofit/>
        </a:bodyPr>
        <a:lstStyle/>
        <a:p>
          <a:pPr marL="0" lvl="0" indent="0" algn="r" defTabSz="1422400">
            <a:lnSpc>
              <a:spcPct val="90000"/>
            </a:lnSpc>
            <a:spcBef>
              <a:spcPct val="0"/>
            </a:spcBef>
            <a:spcAft>
              <a:spcPct val="35000"/>
            </a:spcAft>
            <a:buNone/>
          </a:pPr>
          <a:endParaRPr lang="en-CA" sz="3200" kern="1200" dirty="0"/>
        </a:p>
      </dsp:txBody>
      <dsp:txXfrm rot="16200000">
        <a:off x="-1653534" y="2152488"/>
        <a:ext cx="3966907" cy="641464"/>
      </dsp:txXfrm>
    </dsp:sp>
    <dsp:sp modelId="{24A772E4-3A74-44DC-8000-32BD5166BA48}">
      <dsp:nvSpPr>
        <dsp:cNvPr id="0" name=""/>
        <dsp:cNvSpPr/>
      </dsp:nvSpPr>
      <dsp:spPr>
        <a:xfrm>
          <a:off x="650650" y="489766"/>
          <a:ext cx="2389453" cy="4837691"/>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123444" rIns="0" bIns="0" numCol="1" spcCol="1270" anchor="t" anchorCtr="0">
          <a:noAutofit/>
        </a:bodyPr>
        <a:lstStyle/>
        <a:p>
          <a:pPr marL="0" lvl="0" indent="0" algn="l" defTabSz="1600200">
            <a:lnSpc>
              <a:spcPct val="90000"/>
            </a:lnSpc>
            <a:spcBef>
              <a:spcPct val="0"/>
            </a:spcBef>
            <a:spcAft>
              <a:spcPct val="35000"/>
            </a:spcAft>
            <a:buNone/>
          </a:pPr>
          <a:r>
            <a:rPr lang="en-CA" sz="3600" kern="1200" dirty="0"/>
            <a:t>RAW</a:t>
          </a:r>
          <a:r>
            <a:rPr lang="en-CA" sz="3200" kern="1200" dirty="0"/>
            <a:t> </a:t>
          </a:r>
        </a:p>
        <a:p>
          <a:pPr marL="0" lvl="0" indent="0" algn="l" defTabSz="1600200">
            <a:lnSpc>
              <a:spcPct val="90000"/>
            </a:lnSpc>
            <a:spcBef>
              <a:spcPct val="0"/>
            </a:spcBef>
            <a:spcAft>
              <a:spcPct val="35000"/>
            </a:spcAft>
            <a:buNone/>
          </a:pPr>
          <a:r>
            <a:rPr lang="en-CA" sz="3600" kern="1200" dirty="0"/>
            <a:t>DATA</a:t>
          </a:r>
        </a:p>
        <a:p>
          <a:pPr marL="0" lvl="0" indent="0" algn="l" defTabSz="1600200">
            <a:lnSpc>
              <a:spcPct val="90000"/>
            </a:lnSpc>
            <a:spcBef>
              <a:spcPct val="0"/>
            </a:spcBef>
            <a:spcAft>
              <a:spcPct val="35000"/>
            </a:spcAft>
            <a:buNone/>
          </a:pPr>
          <a:endParaRPr lang="en-CA" sz="1000" kern="1200" dirty="0"/>
        </a:p>
        <a:p>
          <a:pPr marL="0" lvl="0" indent="0" algn="l" defTabSz="1600200">
            <a:lnSpc>
              <a:spcPct val="90000"/>
            </a:lnSpc>
            <a:spcBef>
              <a:spcPct val="0"/>
            </a:spcBef>
            <a:spcAft>
              <a:spcPct val="35000"/>
            </a:spcAft>
            <a:buNone/>
          </a:pPr>
          <a:r>
            <a:rPr lang="en-CA" sz="2800" kern="1200" dirty="0"/>
            <a:t>Downloaded as .csv files</a:t>
          </a:r>
          <a:endParaRPr lang="en-CA" sz="3200" kern="1200" dirty="0"/>
        </a:p>
      </dsp:txBody>
      <dsp:txXfrm>
        <a:off x="650650" y="489766"/>
        <a:ext cx="2389453" cy="4837691"/>
      </dsp:txXfrm>
    </dsp:sp>
    <dsp:sp modelId="{5500F348-726C-40D8-B68B-613357F50670}">
      <dsp:nvSpPr>
        <dsp:cNvPr id="0" name=""/>
        <dsp:cNvSpPr/>
      </dsp:nvSpPr>
      <dsp:spPr>
        <a:xfrm>
          <a:off x="3328763" y="489766"/>
          <a:ext cx="3207320" cy="4837691"/>
        </a:xfrm>
        <a:prstGeom prst="roundRect">
          <a:avLst>
            <a:gd name="adj" fmla="val 5000"/>
          </a:avLst>
        </a:prstGeom>
        <a:solidFill>
          <a:schemeClr val="accent2">
            <a:shade val="50000"/>
            <a:hueOff val="-236469"/>
            <a:satOff val="3113"/>
            <a:lumOff val="1864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96012" rIns="124460" bIns="0" numCol="1" spcCol="1270" anchor="t" anchorCtr="0">
          <a:noAutofit/>
        </a:bodyPr>
        <a:lstStyle/>
        <a:p>
          <a:pPr marL="0" lvl="0" indent="0" algn="r" defTabSz="1244600">
            <a:lnSpc>
              <a:spcPct val="90000"/>
            </a:lnSpc>
            <a:spcBef>
              <a:spcPct val="0"/>
            </a:spcBef>
            <a:spcAft>
              <a:spcPct val="35000"/>
            </a:spcAft>
            <a:buNone/>
          </a:pPr>
          <a:endParaRPr lang="en-CA" sz="2800" kern="1200" dirty="0"/>
        </a:p>
      </dsp:txBody>
      <dsp:txXfrm rot="16200000">
        <a:off x="1666042" y="2152488"/>
        <a:ext cx="3966907" cy="641464"/>
      </dsp:txXfrm>
    </dsp:sp>
    <dsp:sp modelId="{AB7C92C2-BA95-4CF1-B94C-4CE778ACF325}">
      <dsp:nvSpPr>
        <dsp:cNvPr id="0" name=""/>
        <dsp:cNvSpPr/>
      </dsp:nvSpPr>
      <dsp:spPr>
        <a:xfrm rot="5400000">
          <a:off x="3061876" y="3549997"/>
          <a:ext cx="565847" cy="481098"/>
        </a:xfrm>
        <a:prstGeom prst="flowChartExtract">
          <a:avLst/>
        </a:prstGeom>
        <a:solidFill>
          <a:schemeClr val="lt1">
            <a:hueOff val="0"/>
            <a:satOff val="0"/>
            <a:lumOff val="0"/>
            <a:alphaOff val="0"/>
          </a:schemeClr>
        </a:solidFill>
        <a:ln w="25400" cap="flat"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7C0F3C3-A0C6-43AA-A702-1816DFA4EB8D}">
      <dsp:nvSpPr>
        <dsp:cNvPr id="0" name=""/>
        <dsp:cNvSpPr/>
      </dsp:nvSpPr>
      <dsp:spPr>
        <a:xfrm>
          <a:off x="3970227" y="489766"/>
          <a:ext cx="2389453" cy="4837691"/>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123444" rIns="0" bIns="0" numCol="1" spcCol="1270" anchor="t" anchorCtr="0">
          <a:noAutofit/>
        </a:bodyPr>
        <a:lstStyle/>
        <a:p>
          <a:pPr marL="0" lvl="0" indent="0" algn="l" defTabSz="1600200">
            <a:lnSpc>
              <a:spcPct val="90000"/>
            </a:lnSpc>
            <a:spcBef>
              <a:spcPct val="0"/>
            </a:spcBef>
            <a:spcAft>
              <a:spcPct val="35000"/>
            </a:spcAft>
            <a:buNone/>
          </a:pPr>
          <a:r>
            <a:rPr lang="en-CA" sz="3600" kern="1200" dirty="0"/>
            <a:t>EDA</a:t>
          </a:r>
          <a:endParaRPr lang="en-CA" sz="3200" kern="1200" dirty="0"/>
        </a:p>
        <a:p>
          <a:pPr marL="0" lvl="0" indent="0" algn="l" defTabSz="1600200">
            <a:lnSpc>
              <a:spcPct val="90000"/>
            </a:lnSpc>
            <a:spcBef>
              <a:spcPct val="0"/>
            </a:spcBef>
            <a:spcAft>
              <a:spcPct val="35000"/>
            </a:spcAft>
            <a:buNone/>
          </a:pPr>
          <a:endParaRPr lang="en-CA" sz="4600" kern="1200" dirty="0"/>
        </a:p>
        <a:p>
          <a:pPr marL="0" lvl="0" indent="0" algn="l" defTabSz="1244600">
            <a:lnSpc>
              <a:spcPct val="90000"/>
            </a:lnSpc>
            <a:spcBef>
              <a:spcPct val="0"/>
            </a:spcBef>
            <a:spcAft>
              <a:spcPct val="35000"/>
            </a:spcAft>
            <a:buNone/>
          </a:pPr>
          <a:r>
            <a:rPr lang="en-CA" sz="2800" kern="1200" dirty="0"/>
            <a:t>Imbalance in “Stroke”</a:t>
          </a:r>
        </a:p>
      </dsp:txBody>
      <dsp:txXfrm>
        <a:off x="3970227" y="489766"/>
        <a:ext cx="2389453" cy="4837691"/>
      </dsp:txXfrm>
    </dsp:sp>
    <dsp:sp modelId="{6BB76EFD-99DB-4330-AF0E-9203D7D1D8AB}">
      <dsp:nvSpPr>
        <dsp:cNvPr id="0" name=""/>
        <dsp:cNvSpPr/>
      </dsp:nvSpPr>
      <dsp:spPr>
        <a:xfrm>
          <a:off x="6648340" y="489766"/>
          <a:ext cx="3207320" cy="4837691"/>
        </a:xfrm>
        <a:prstGeom prst="roundRect">
          <a:avLst>
            <a:gd name="adj" fmla="val 5000"/>
          </a:avLst>
        </a:prstGeom>
        <a:solidFill>
          <a:srgbClr val="EEAC92"/>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82296" rIns="106680" bIns="0" numCol="1" spcCol="1270" anchor="t" anchorCtr="0">
          <a:noAutofit/>
        </a:bodyPr>
        <a:lstStyle/>
        <a:p>
          <a:pPr marL="0" lvl="0" indent="0" algn="r" defTabSz="1066800">
            <a:lnSpc>
              <a:spcPct val="90000"/>
            </a:lnSpc>
            <a:spcBef>
              <a:spcPct val="0"/>
            </a:spcBef>
            <a:spcAft>
              <a:spcPct val="35000"/>
            </a:spcAft>
            <a:buNone/>
          </a:pPr>
          <a:endParaRPr lang="en-CA" sz="2400" kern="1200" dirty="0"/>
        </a:p>
      </dsp:txBody>
      <dsp:txXfrm rot="16200000">
        <a:off x="4985619" y="2152488"/>
        <a:ext cx="3966907" cy="641464"/>
      </dsp:txXfrm>
    </dsp:sp>
    <dsp:sp modelId="{1D4E0172-FD49-4E86-AD38-418B1F8D9C06}">
      <dsp:nvSpPr>
        <dsp:cNvPr id="0" name=""/>
        <dsp:cNvSpPr/>
      </dsp:nvSpPr>
      <dsp:spPr>
        <a:xfrm rot="5400000">
          <a:off x="6381453" y="3549997"/>
          <a:ext cx="565847" cy="481098"/>
        </a:xfrm>
        <a:prstGeom prst="flowChartExtract">
          <a:avLst/>
        </a:prstGeom>
        <a:solidFill>
          <a:schemeClr val="lt1">
            <a:hueOff val="0"/>
            <a:satOff val="0"/>
            <a:lumOff val="0"/>
            <a:alphaOff val="0"/>
          </a:schemeClr>
        </a:solidFill>
        <a:ln w="25400" cap="flat" cmpd="sng" algn="ctr">
          <a:solidFill>
            <a:schemeClr val="accent2">
              <a:shade val="50000"/>
              <a:hueOff val="-277996"/>
              <a:satOff val="4329"/>
              <a:lumOff val="21562"/>
              <a:alphaOff val="0"/>
            </a:schemeClr>
          </a:solidFill>
          <a:prstDash val="solid"/>
        </a:ln>
        <a:effectLst/>
      </dsp:spPr>
      <dsp:style>
        <a:lnRef idx="2">
          <a:scrgbClr r="0" g="0" b="0"/>
        </a:lnRef>
        <a:fillRef idx="1">
          <a:scrgbClr r="0" g="0" b="0"/>
        </a:fillRef>
        <a:effectRef idx="0">
          <a:scrgbClr r="0" g="0" b="0"/>
        </a:effectRef>
        <a:fontRef idx="minor"/>
      </dsp:style>
    </dsp:sp>
    <dsp:sp modelId="{FDFA2280-03DA-4A38-854F-E51F710A163C}">
      <dsp:nvSpPr>
        <dsp:cNvPr id="0" name=""/>
        <dsp:cNvSpPr/>
      </dsp:nvSpPr>
      <dsp:spPr>
        <a:xfrm>
          <a:off x="7289804" y="489766"/>
          <a:ext cx="2389453" cy="4837691"/>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123444" rIns="0" bIns="0" numCol="1" spcCol="1270" anchor="t" anchorCtr="0">
          <a:noAutofit/>
        </a:bodyPr>
        <a:lstStyle/>
        <a:p>
          <a:pPr marL="0" lvl="0" indent="0" algn="l" defTabSz="1600200">
            <a:lnSpc>
              <a:spcPct val="90000"/>
            </a:lnSpc>
            <a:spcBef>
              <a:spcPct val="0"/>
            </a:spcBef>
            <a:spcAft>
              <a:spcPct val="35000"/>
            </a:spcAft>
            <a:buNone/>
          </a:pPr>
          <a:r>
            <a:rPr lang="en-CA" sz="3600" kern="1200" dirty="0"/>
            <a:t>DATA</a:t>
          </a:r>
          <a:r>
            <a:rPr lang="en-CA" sz="3200" kern="1200" dirty="0"/>
            <a:t> </a:t>
          </a:r>
          <a:r>
            <a:rPr lang="en-CA" sz="3600" kern="1200" dirty="0"/>
            <a:t>PREP</a:t>
          </a:r>
          <a:endParaRPr lang="en-CA" sz="3200" kern="1200" dirty="0"/>
        </a:p>
        <a:p>
          <a:pPr marL="0" lvl="0" indent="0" algn="l" defTabSz="1600200">
            <a:lnSpc>
              <a:spcPct val="90000"/>
            </a:lnSpc>
            <a:spcBef>
              <a:spcPct val="0"/>
            </a:spcBef>
            <a:spcAft>
              <a:spcPct val="35000"/>
            </a:spcAft>
            <a:buNone/>
          </a:pPr>
          <a:endParaRPr lang="en-CA" sz="2000" kern="1200" dirty="0"/>
        </a:p>
        <a:p>
          <a:pPr marL="0" lvl="0" indent="0" algn="l" defTabSz="1244600">
            <a:lnSpc>
              <a:spcPct val="90000"/>
            </a:lnSpc>
            <a:spcBef>
              <a:spcPct val="0"/>
            </a:spcBef>
            <a:spcAft>
              <a:spcPct val="35000"/>
            </a:spcAft>
            <a:buNone/>
          </a:pPr>
          <a:r>
            <a:rPr lang="en-CA" sz="2800" kern="1200" dirty="0"/>
            <a:t>SMOTE (Stroke)</a:t>
          </a:r>
        </a:p>
      </dsp:txBody>
      <dsp:txXfrm>
        <a:off x="7289804" y="489766"/>
        <a:ext cx="2389453" cy="4837691"/>
      </dsp:txXfrm>
    </dsp:sp>
    <dsp:sp modelId="{5CF637BB-6780-4E37-B5C6-E604DA94190E}">
      <dsp:nvSpPr>
        <dsp:cNvPr id="0" name=""/>
        <dsp:cNvSpPr/>
      </dsp:nvSpPr>
      <dsp:spPr>
        <a:xfrm>
          <a:off x="9967917" y="489766"/>
          <a:ext cx="3207320" cy="4837691"/>
        </a:xfrm>
        <a:prstGeom prst="roundRect">
          <a:avLst>
            <a:gd name="adj" fmla="val 5000"/>
          </a:avLst>
        </a:prstGeom>
        <a:solidFill>
          <a:srgbClr val="E99371"/>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130302" rIns="168910" bIns="0" numCol="1" spcCol="1270" anchor="t" anchorCtr="0">
          <a:noAutofit/>
        </a:bodyPr>
        <a:lstStyle/>
        <a:p>
          <a:pPr marL="0" lvl="0" indent="0" algn="r" defTabSz="1689100">
            <a:lnSpc>
              <a:spcPct val="90000"/>
            </a:lnSpc>
            <a:spcBef>
              <a:spcPct val="0"/>
            </a:spcBef>
            <a:spcAft>
              <a:spcPct val="35000"/>
            </a:spcAft>
            <a:buNone/>
          </a:pPr>
          <a:endParaRPr lang="en-CA" sz="3800" kern="1200" dirty="0"/>
        </a:p>
      </dsp:txBody>
      <dsp:txXfrm rot="16200000">
        <a:off x="8305196" y="2152488"/>
        <a:ext cx="3966907" cy="641464"/>
      </dsp:txXfrm>
    </dsp:sp>
    <dsp:sp modelId="{9D825C3A-14B6-4FE8-8F99-C3DAAE287EB2}">
      <dsp:nvSpPr>
        <dsp:cNvPr id="0" name=""/>
        <dsp:cNvSpPr/>
      </dsp:nvSpPr>
      <dsp:spPr>
        <a:xfrm rot="5400000">
          <a:off x="9701030" y="3549997"/>
          <a:ext cx="565847" cy="481098"/>
        </a:xfrm>
        <a:prstGeom prst="flowChartExtract">
          <a:avLst/>
        </a:prstGeom>
        <a:solidFill>
          <a:schemeClr val="lt1">
            <a:hueOff val="0"/>
            <a:satOff val="0"/>
            <a:lumOff val="0"/>
            <a:alphaOff val="0"/>
          </a:schemeClr>
        </a:solidFill>
        <a:ln w="25400" cap="flat" cmpd="sng" algn="ctr">
          <a:solidFill>
            <a:schemeClr val="accent2">
              <a:shade val="50000"/>
              <a:hueOff val="-555991"/>
              <a:satOff val="8658"/>
              <a:lumOff val="43124"/>
              <a:alphaOff val="0"/>
            </a:schemeClr>
          </a:solidFill>
          <a:prstDash val="solid"/>
        </a:ln>
        <a:effectLst/>
      </dsp:spPr>
      <dsp:style>
        <a:lnRef idx="2">
          <a:scrgbClr r="0" g="0" b="0"/>
        </a:lnRef>
        <a:fillRef idx="1">
          <a:scrgbClr r="0" g="0" b="0"/>
        </a:fillRef>
        <a:effectRef idx="0">
          <a:scrgbClr r="0" g="0" b="0"/>
        </a:effectRef>
        <a:fontRef idx="minor"/>
      </dsp:style>
    </dsp:sp>
    <dsp:sp modelId="{E3E74472-3F00-4EE9-B391-6BC185E915BA}">
      <dsp:nvSpPr>
        <dsp:cNvPr id="0" name=""/>
        <dsp:cNvSpPr/>
      </dsp:nvSpPr>
      <dsp:spPr>
        <a:xfrm>
          <a:off x="10609381" y="489766"/>
          <a:ext cx="2389453" cy="4837691"/>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123444" rIns="0" bIns="0" numCol="1" spcCol="1270" anchor="t" anchorCtr="0">
          <a:noAutofit/>
        </a:bodyPr>
        <a:lstStyle/>
        <a:p>
          <a:pPr marL="0" lvl="0" indent="0" algn="l" defTabSz="1600200">
            <a:lnSpc>
              <a:spcPct val="90000"/>
            </a:lnSpc>
            <a:spcBef>
              <a:spcPct val="0"/>
            </a:spcBef>
            <a:spcAft>
              <a:spcPct val="35000"/>
            </a:spcAft>
            <a:buNone/>
          </a:pPr>
          <a:r>
            <a:rPr lang="en-CA" sz="3600" kern="1200" dirty="0"/>
            <a:t>MODEL</a:t>
          </a:r>
          <a:r>
            <a:rPr lang="en-CA" sz="3200" kern="1200" dirty="0"/>
            <a:t> </a:t>
          </a:r>
          <a:r>
            <a:rPr lang="en-CA" sz="3600" kern="1200" dirty="0"/>
            <a:t>TRAINING</a:t>
          </a:r>
          <a:endParaRPr lang="en-CA" sz="3200" kern="1200" dirty="0"/>
        </a:p>
        <a:p>
          <a:pPr marL="0" lvl="0" indent="0" algn="l" defTabSz="889000">
            <a:lnSpc>
              <a:spcPct val="90000"/>
            </a:lnSpc>
            <a:spcBef>
              <a:spcPct val="0"/>
            </a:spcBef>
            <a:spcAft>
              <a:spcPct val="35000"/>
            </a:spcAft>
            <a:buNone/>
          </a:pPr>
          <a:endParaRPr lang="en-CA" sz="2000" kern="1200" dirty="0"/>
        </a:p>
        <a:p>
          <a:pPr marL="0" lvl="0" indent="0" algn="l" defTabSz="889000">
            <a:lnSpc>
              <a:spcPct val="90000"/>
            </a:lnSpc>
            <a:spcBef>
              <a:spcPct val="0"/>
            </a:spcBef>
            <a:spcAft>
              <a:spcPct val="35000"/>
            </a:spcAft>
            <a:buNone/>
          </a:pPr>
          <a:r>
            <a:rPr lang="en-CA" sz="2800" kern="1200" dirty="0"/>
            <a:t>RF, XGB, NN</a:t>
          </a:r>
        </a:p>
        <a:p>
          <a:pPr marL="0" lvl="0" indent="0" algn="l" defTabSz="1244600">
            <a:lnSpc>
              <a:spcPct val="90000"/>
            </a:lnSpc>
            <a:spcBef>
              <a:spcPct val="0"/>
            </a:spcBef>
            <a:spcAft>
              <a:spcPct val="35000"/>
            </a:spcAft>
            <a:buNone/>
          </a:pPr>
          <a:r>
            <a:rPr lang="en-CA" sz="2800" kern="1200" dirty="0"/>
            <a:t>Save models</a:t>
          </a:r>
        </a:p>
      </dsp:txBody>
      <dsp:txXfrm>
        <a:off x="10609381" y="489766"/>
        <a:ext cx="2389453" cy="4837691"/>
      </dsp:txXfrm>
    </dsp:sp>
    <dsp:sp modelId="{5AE3F95A-542C-425C-8EE7-6FBD16898554}">
      <dsp:nvSpPr>
        <dsp:cNvPr id="0" name=""/>
        <dsp:cNvSpPr/>
      </dsp:nvSpPr>
      <dsp:spPr>
        <a:xfrm>
          <a:off x="13287494" y="489766"/>
          <a:ext cx="3207320" cy="4837691"/>
        </a:xfrm>
        <a:prstGeom prst="roundRect">
          <a:avLst>
            <a:gd name="adj" fmla="val 5000"/>
          </a:avLst>
        </a:prstGeom>
        <a:solidFill>
          <a:schemeClr val="accent2">
            <a:shade val="50000"/>
            <a:hueOff val="-236469"/>
            <a:satOff val="3113"/>
            <a:lumOff val="1864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130302" rIns="168910" bIns="0" numCol="1" spcCol="1270" anchor="t" anchorCtr="0">
          <a:noAutofit/>
        </a:bodyPr>
        <a:lstStyle/>
        <a:p>
          <a:pPr marL="0" lvl="0" indent="0" algn="r" defTabSz="1689100">
            <a:lnSpc>
              <a:spcPct val="90000"/>
            </a:lnSpc>
            <a:spcBef>
              <a:spcPct val="0"/>
            </a:spcBef>
            <a:spcAft>
              <a:spcPct val="35000"/>
            </a:spcAft>
            <a:buNone/>
          </a:pPr>
          <a:endParaRPr lang="en-CA" sz="3800" kern="1200" dirty="0"/>
        </a:p>
      </dsp:txBody>
      <dsp:txXfrm rot="16200000">
        <a:off x="11624773" y="2152488"/>
        <a:ext cx="3966907" cy="641464"/>
      </dsp:txXfrm>
    </dsp:sp>
    <dsp:sp modelId="{3ED0F660-2BED-46CE-A77A-DAAB8EFE5603}">
      <dsp:nvSpPr>
        <dsp:cNvPr id="0" name=""/>
        <dsp:cNvSpPr/>
      </dsp:nvSpPr>
      <dsp:spPr>
        <a:xfrm rot="5400000">
          <a:off x="13020607" y="3549997"/>
          <a:ext cx="565847" cy="481098"/>
        </a:xfrm>
        <a:prstGeom prst="flowChartExtract">
          <a:avLst/>
        </a:prstGeom>
        <a:solidFill>
          <a:schemeClr val="lt1">
            <a:hueOff val="0"/>
            <a:satOff val="0"/>
            <a:lumOff val="0"/>
            <a:alphaOff val="0"/>
          </a:schemeClr>
        </a:solidFill>
        <a:ln w="25400" cap="flat" cmpd="sng" algn="ctr">
          <a:solidFill>
            <a:schemeClr val="accent2">
              <a:shade val="50000"/>
              <a:hueOff val="-277996"/>
              <a:satOff val="4329"/>
              <a:lumOff val="21562"/>
              <a:alphaOff val="0"/>
            </a:schemeClr>
          </a:solidFill>
          <a:prstDash val="solid"/>
        </a:ln>
        <a:effectLst/>
      </dsp:spPr>
      <dsp:style>
        <a:lnRef idx="2">
          <a:scrgbClr r="0" g="0" b="0"/>
        </a:lnRef>
        <a:fillRef idx="1">
          <a:scrgbClr r="0" g="0" b="0"/>
        </a:fillRef>
        <a:effectRef idx="0">
          <a:scrgbClr r="0" g="0" b="0"/>
        </a:effectRef>
        <a:fontRef idx="minor"/>
      </dsp:style>
    </dsp:sp>
    <dsp:sp modelId="{6431BA11-02D9-48C6-8600-BC86D334835B}">
      <dsp:nvSpPr>
        <dsp:cNvPr id="0" name=""/>
        <dsp:cNvSpPr/>
      </dsp:nvSpPr>
      <dsp:spPr>
        <a:xfrm>
          <a:off x="13928958" y="489766"/>
          <a:ext cx="2389453" cy="4837691"/>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123444" rIns="0" bIns="0" numCol="1" spcCol="1270" anchor="t" anchorCtr="0">
          <a:noAutofit/>
        </a:bodyPr>
        <a:lstStyle/>
        <a:p>
          <a:pPr marL="0" lvl="0" indent="0" algn="l" defTabSz="1600200">
            <a:lnSpc>
              <a:spcPct val="90000"/>
            </a:lnSpc>
            <a:spcBef>
              <a:spcPct val="0"/>
            </a:spcBef>
            <a:spcAft>
              <a:spcPct val="35000"/>
            </a:spcAft>
            <a:buNone/>
          </a:pPr>
          <a:r>
            <a:rPr lang="en-CA" sz="3600" kern="1200" dirty="0"/>
            <a:t>DEPLOY-MENT</a:t>
          </a:r>
          <a:endParaRPr lang="en-CA" sz="2600" kern="1200" dirty="0"/>
        </a:p>
        <a:p>
          <a:pPr marL="0" lvl="0" indent="0" algn="l" defTabSz="889000">
            <a:lnSpc>
              <a:spcPct val="90000"/>
            </a:lnSpc>
            <a:spcBef>
              <a:spcPct val="0"/>
            </a:spcBef>
            <a:spcAft>
              <a:spcPct val="35000"/>
            </a:spcAft>
            <a:buNone/>
          </a:pPr>
          <a:endParaRPr lang="en-CA" sz="2000" kern="1200" dirty="0"/>
        </a:p>
        <a:p>
          <a:pPr marL="0" lvl="0" indent="0" algn="l" defTabSz="889000">
            <a:lnSpc>
              <a:spcPct val="90000"/>
            </a:lnSpc>
            <a:spcBef>
              <a:spcPct val="0"/>
            </a:spcBef>
            <a:spcAft>
              <a:spcPct val="35000"/>
            </a:spcAft>
            <a:buNone/>
          </a:pPr>
          <a:r>
            <a:rPr lang="en-CA" sz="2800" kern="1200" dirty="0"/>
            <a:t>Web App</a:t>
          </a:r>
        </a:p>
      </dsp:txBody>
      <dsp:txXfrm>
        <a:off x="13928958" y="489766"/>
        <a:ext cx="2389453" cy="483769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714753" y="685800"/>
            <a:ext cx="3429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CA"/>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lvl="0">
              <a:lnSpc>
                <a:spcPct val="120000"/>
              </a:lnSpc>
              <a:buSzPts val="3200"/>
            </a:pPr>
            <a:r>
              <a:rPr lang="en-US" sz="1100" dirty="0"/>
              <a:t>Diabetes, heart diseases, and stroke are among the leading causes of illness worldwide, and many of their risk factors develop gradually over time. The early identification of people at higher risk is thus important for prevention and treatment.</a:t>
            </a:r>
          </a:p>
          <a:p>
            <a:pPr lvl="0">
              <a:lnSpc>
                <a:spcPct val="120000"/>
              </a:lnSpc>
              <a:buSzPts val="3200"/>
            </a:pPr>
            <a:endParaRPr lang="en-US" sz="1100" dirty="0"/>
          </a:p>
          <a:p>
            <a:pPr lvl="0">
              <a:lnSpc>
                <a:spcPct val="120000"/>
              </a:lnSpc>
              <a:buSzPts val="3200"/>
            </a:pPr>
            <a:r>
              <a:rPr lang="en-US" sz="1100" dirty="0"/>
              <a:t>The purpose of this project is to build and compare three machine learning models to predict the probability that a patient has diabetes, heart disease, or will experience a stroke. The project aims to evaluate the same three techniques across all disease types to examine which models work best for basic medical risk prediction and demonstrates practical applications of AI in healthcare.</a:t>
            </a:r>
          </a:p>
          <a:p>
            <a:pPr marL="158750" lvl="0" indent="0">
              <a:lnSpc>
                <a:spcPct val="110000"/>
              </a:lnSpc>
              <a:buSzPts val="3200"/>
              <a:buNone/>
            </a:pPr>
            <a:endParaRPr lang="en-US" sz="1100" dirty="0"/>
          </a:p>
          <a:p>
            <a:pPr marL="158750" lvl="0" indent="0">
              <a:lnSpc>
                <a:spcPct val="110000"/>
              </a:lnSpc>
              <a:buSzPts val="3200"/>
              <a:buNone/>
            </a:pPr>
            <a:r>
              <a:rPr lang="en-US" sz="1100" dirty="0">
                <a:solidFill>
                  <a:schemeClr val="dk1"/>
                </a:solidFill>
                <a:cs typeface="Times"/>
                <a:sym typeface="Times"/>
              </a:rPr>
              <a:t>Each of our models are trained on 3 datasets on diabetes, heart disease, and stroke patients:</a:t>
            </a:r>
          </a:p>
          <a:p>
            <a:pPr marL="360000" lvl="0" indent="-360000">
              <a:lnSpc>
                <a:spcPct val="110000"/>
              </a:lnSpc>
              <a:buSzPts val="3200"/>
              <a:buFontTx/>
              <a:buChar char="-"/>
            </a:pPr>
            <a:r>
              <a:rPr lang="en-US" sz="1100" dirty="0">
                <a:solidFill>
                  <a:schemeClr val="dk1"/>
                </a:solidFill>
                <a:cs typeface="Times"/>
                <a:sym typeface="Times"/>
              </a:rPr>
              <a:t>Diabetes from the Pima Indians Diabetes Database (Native Americans)</a:t>
            </a:r>
          </a:p>
          <a:p>
            <a:pPr marL="360000" lvl="0" indent="-360000">
              <a:lnSpc>
                <a:spcPct val="110000"/>
              </a:lnSpc>
              <a:buSzPts val="3200"/>
              <a:buFontTx/>
              <a:buChar char="-"/>
            </a:pPr>
            <a:r>
              <a:rPr lang="en-US" sz="1100" dirty="0">
                <a:solidFill>
                  <a:schemeClr val="dk1"/>
                </a:solidFill>
                <a:cs typeface="Times"/>
              </a:rPr>
              <a:t>Coronary artery disease (CAD) from the Heart Disease Database from the UCI Machine Learning Repository</a:t>
            </a:r>
          </a:p>
          <a:p>
            <a:pPr marL="360000" lvl="0" indent="-360000">
              <a:lnSpc>
                <a:spcPct val="110000"/>
              </a:lnSpc>
              <a:buSzPts val="3200"/>
              <a:buFontTx/>
              <a:buChar char="-"/>
            </a:pPr>
            <a:r>
              <a:rPr lang="en-US" sz="1100" dirty="0">
                <a:solidFill>
                  <a:schemeClr val="dk1"/>
                </a:solidFill>
                <a:cs typeface="Times"/>
                <a:sym typeface="Times"/>
              </a:rPr>
              <a:t>Stroke Prediction dataset from kaggle.com</a:t>
            </a:r>
          </a:p>
          <a:p>
            <a:pPr lvl="0">
              <a:lnSpc>
                <a:spcPct val="110000"/>
              </a:lnSpc>
              <a:buSzPts val="3200"/>
            </a:pPr>
            <a:endParaRPr lang="en-US" sz="1100" dirty="0">
              <a:solidFill>
                <a:schemeClr val="dk1"/>
              </a:solidFill>
              <a:cs typeface="Times"/>
              <a:sym typeface="Times"/>
            </a:endParaRPr>
          </a:p>
          <a:p>
            <a:pPr marL="158750" lvl="0" indent="0">
              <a:lnSpc>
                <a:spcPct val="110000"/>
              </a:lnSpc>
              <a:buSzPts val="3200"/>
              <a:buNone/>
            </a:pPr>
            <a:r>
              <a:rPr lang="en-US" sz="1100" dirty="0">
                <a:solidFill>
                  <a:schemeClr val="dk1"/>
                </a:solidFill>
                <a:cs typeface="Times"/>
                <a:sym typeface="Times"/>
              </a:rPr>
              <a:t>We have used 3 machine-learning models: Neural network, Random Trees, and </a:t>
            </a:r>
            <a:r>
              <a:rPr lang="en-US" sz="1100" dirty="0" err="1">
                <a:solidFill>
                  <a:schemeClr val="dk1"/>
                </a:solidFill>
                <a:cs typeface="Times"/>
                <a:sym typeface="Times"/>
              </a:rPr>
              <a:t>XGBoost</a:t>
            </a:r>
            <a:endParaRPr lang="en-US" sz="1100" dirty="0">
              <a:solidFill>
                <a:schemeClr val="dk1"/>
              </a:solidFill>
              <a:cs typeface="Times"/>
              <a:sym typeface="Times"/>
            </a:endParaRPr>
          </a:p>
          <a:p>
            <a:pPr lvl="0">
              <a:lnSpc>
                <a:spcPct val="110000"/>
              </a:lnSpc>
              <a:buSzPts val="3200"/>
            </a:pPr>
            <a:endParaRPr lang="en-US" sz="1100" dirty="0">
              <a:solidFill>
                <a:schemeClr val="dk1"/>
              </a:solidFill>
              <a:cs typeface="Times"/>
              <a:sym typeface="Times"/>
            </a:endParaRPr>
          </a:p>
          <a:p>
            <a:pPr marL="158750" lvl="0" indent="0">
              <a:lnSpc>
                <a:spcPct val="110000"/>
              </a:lnSpc>
              <a:buSzPts val="3200"/>
              <a:buNone/>
            </a:pPr>
            <a:r>
              <a:rPr lang="en-US" sz="1100" dirty="0">
                <a:solidFill>
                  <a:schemeClr val="dk1"/>
                </a:solidFill>
                <a:cs typeface="Times"/>
                <a:sym typeface="Times"/>
              </a:rPr>
              <a:t>After the user put in the necessary information to make the prediction in one of the 3 categories above, our best model will give a Prediction Result which includes:</a:t>
            </a:r>
          </a:p>
          <a:p>
            <a:pPr marL="360000" lvl="0" indent="-360000">
              <a:lnSpc>
                <a:spcPct val="110000"/>
              </a:lnSpc>
              <a:buSzPts val="3200"/>
              <a:buFontTx/>
              <a:buChar char="-"/>
            </a:pPr>
            <a:r>
              <a:rPr lang="en-US" sz="1100" dirty="0">
                <a:solidFill>
                  <a:schemeClr val="dk1"/>
                </a:solidFill>
                <a:cs typeface="Times"/>
                <a:sym typeface="Times"/>
              </a:rPr>
              <a:t>The Risk factor: Low, Moderate, or High Risk</a:t>
            </a:r>
          </a:p>
          <a:p>
            <a:pPr marL="360000" lvl="0" indent="-360000">
              <a:lnSpc>
                <a:spcPct val="110000"/>
              </a:lnSpc>
              <a:buSzPts val="3200"/>
              <a:buFontTx/>
              <a:buChar char="-"/>
            </a:pPr>
            <a:r>
              <a:rPr lang="en-US" sz="1100" dirty="0">
                <a:solidFill>
                  <a:schemeClr val="dk1"/>
                </a:solidFill>
                <a:cs typeface="Times"/>
                <a:sym typeface="Times"/>
              </a:rPr>
              <a:t>The Model’s Confidence Score</a:t>
            </a:r>
          </a:p>
          <a:p>
            <a:pPr marL="360000" lvl="0" indent="-360000">
              <a:lnSpc>
                <a:spcPct val="110000"/>
              </a:lnSpc>
              <a:buSzPts val="3200"/>
              <a:buFontTx/>
              <a:buChar char="-"/>
            </a:pPr>
            <a:r>
              <a:rPr lang="en-US" sz="1100" dirty="0">
                <a:solidFill>
                  <a:schemeClr val="dk1"/>
                </a:solidFill>
                <a:cs typeface="Times"/>
                <a:sym typeface="Times"/>
              </a:rPr>
              <a:t>Recommendation for the user based on their Risk factor.</a:t>
            </a:r>
          </a:p>
          <a:p>
            <a:pPr lvl="0">
              <a:lnSpc>
                <a:spcPct val="120000"/>
              </a:lnSpc>
              <a:buSzPts val="3200"/>
            </a:pPr>
            <a:endParaRPr lang="en-US" sz="1100" b="0" i="0" u="none" strike="noStrike" cap="none" dirty="0">
              <a:solidFill>
                <a:schemeClr val="dk1"/>
              </a:solidFill>
              <a:latin typeface="Times"/>
              <a:ea typeface="Times"/>
              <a:cs typeface="Times"/>
              <a:sym typeface="Times"/>
            </a:endParaRPr>
          </a:p>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4114800" y="3591562"/>
            <a:ext cx="24688800" cy="76404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200"/>
              <a:buFont typeface="Calibri"/>
              <a:buNone/>
              <a:defRPr sz="19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4114800" y="11526522"/>
            <a:ext cx="24688800" cy="52983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7680"/>
              <a:buNone/>
              <a:defRPr sz="7680"/>
            </a:lvl1pPr>
            <a:lvl2pPr lvl="1" algn="ctr">
              <a:lnSpc>
                <a:spcPct val="90000"/>
              </a:lnSpc>
              <a:spcBef>
                <a:spcPts val="1600"/>
              </a:spcBef>
              <a:spcAft>
                <a:spcPts val="0"/>
              </a:spcAft>
              <a:buClr>
                <a:schemeClr val="dk1"/>
              </a:buClr>
              <a:buSzPts val="6400"/>
              <a:buNone/>
              <a:defRPr sz="6400"/>
            </a:lvl2pPr>
            <a:lvl3pPr lvl="2" algn="ctr">
              <a:lnSpc>
                <a:spcPct val="90000"/>
              </a:lnSpc>
              <a:spcBef>
                <a:spcPts val="1600"/>
              </a:spcBef>
              <a:spcAft>
                <a:spcPts val="0"/>
              </a:spcAft>
              <a:buClr>
                <a:schemeClr val="dk1"/>
              </a:buClr>
              <a:buSzPts val="5760"/>
              <a:buNone/>
              <a:defRPr sz="5760"/>
            </a:lvl3pPr>
            <a:lvl4pPr lvl="3" algn="ctr">
              <a:lnSpc>
                <a:spcPct val="90000"/>
              </a:lnSpc>
              <a:spcBef>
                <a:spcPts val="1600"/>
              </a:spcBef>
              <a:spcAft>
                <a:spcPts val="0"/>
              </a:spcAft>
              <a:buClr>
                <a:schemeClr val="dk1"/>
              </a:buClr>
              <a:buSzPts val="5120"/>
              <a:buNone/>
              <a:defRPr sz="5120"/>
            </a:lvl4pPr>
            <a:lvl5pPr lvl="4" algn="ctr">
              <a:lnSpc>
                <a:spcPct val="90000"/>
              </a:lnSpc>
              <a:spcBef>
                <a:spcPts val="1600"/>
              </a:spcBef>
              <a:spcAft>
                <a:spcPts val="0"/>
              </a:spcAft>
              <a:buClr>
                <a:schemeClr val="dk1"/>
              </a:buClr>
              <a:buSzPts val="5120"/>
              <a:buNone/>
              <a:defRPr sz="5120"/>
            </a:lvl5pPr>
            <a:lvl6pPr lvl="5" algn="ctr">
              <a:lnSpc>
                <a:spcPct val="90000"/>
              </a:lnSpc>
              <a:spcBef>
                <a:spcPts val="1600"/>
              </a:spcBef>
              <a:spcAft>
                <a:spcPts val="0"/>
              </a:spcAft>
              <a:buClr>
                <a:schemeClr val="dk1"/>
              </a:buClr>
              <a:buSzPts val="5120"/>
              <a:buNone/>
              <a:defRPr sz="5120"/>
            </a:lvl6pPr>
            <a:lvl7pPr lvl="6" algn="ctr">
              <a:lnSpc>
                <a:spcPct val="90000"/>
              </a:lnSpc>
              <a:spcBef>
                <a:spcPts val="1600"/>
              </a:spcBef>
              <a:spcAft>
                <a:spcPts val="0"/>
              </a:spcAft>
              <a:buClr>
                <a:schemeClr val="dk1"/>
              </a:buClr>
              <a:buSzPts val="5120"/>
              <a:buNone/>
              <a:defRPr sz="5120"/>
            </a:lvl7pPr>
            <a:lvl8pPr lvl="7" algn="ctr">
              <a:lnSpc>
                <a:spcPct val="90000"/>
              </a:lnSpc>
              <a:spcBef>
                <a:spcPts val="1600"/>
              </a:spcBef>
              <a:spcAft>
                <a:spcPts val="0"/>
              </a:spcAft>
              <a:buClr>
                <a:schemeClr val="dk1"/>
              </a:buClr>
              <a:buSzPts val="5120"/>
              <a:buNone/>
              <a:defRPr sz="5120"/>
            </a:lvl8pPr>
            <a:lvl9pPr lvl="8" algn="ctr">
              <a:lnSpc>
                <a:spcPct val="90000"/>
              </a:lnSpc>
              <a:spcBef>
                <a:spcPts val="1600"/>
              </a:spcBef>
              <a:spcAft>
                <a:spcPts val="0"/>
              </a:spcAft>
              <a:buClr>
                <a:schemeClr val="dk1"/>
              </a:buClr>
              <a:buSzPts val="5120"/>
              <a:buNone/>
              <a:defRPr sz="5120"/>
            </a:lvl9pPr>
          </a:lstStyle>
          <a:p>
            <a:endParaRPr/>
          </a:p>
        </p:txBody>
      </p:sp>
      <p:sp>
        <p:nvSpPr>
          <p:cNvPr id="14" name="Google Shape;14;p3"/>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263140" y="1168401"/>
            <a:ext cx="28392000" cy="4241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2263140" y="5842000"/>
            <a:ext cx="28392000" cy="13924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245995" y="5471163"/>
            <a:ext cx="28392000" cy="9128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200"/>
              <a:buFont typeface="Calibri"/>
              <a:buNone/>
              <a:defRPr sz="19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245995" y="14686283"/>
            <a:ext cx="28392000" cy="4800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rgbClr val="888888"/>
              </a:buClr>
              <a:buSzPts val="7680"/>
              <a:buNone/>
              <a:defRPr sz="7680">
                <a:solidFill>
                  <a:srgbClr val="888888"/>
                </a:solidFill>
              </a:defRPr>
            </a:lvl1pPr>
            <a:lvl2pPr marL="914400" lvl="1" indent="-228600" algn="l">
              <a:lnSpc>
                <a:spcPct val="90000"/>
              </a:lnSpc>
              <a:spcBef>
                <a:spcPts val="1600"/>
              </a:spcBef>
              <a:spcAft>
                <a:spcPts val="0"/>
              </a:spcAft>
              <a:buClr>
                <a:srgbClr val="888888"/>
              </a:buClr>
              <a:buSzPts val="6400"/>
              <a:buNone/>
              <a:defRPr sz="6400">
                <a:solidFill>
                  <a:srgbClr val="888888"/>
                </a:solidFill>
              </a:defRPr>
            </a:lvl2pPr>
            <a:lvl3pPr marL="1371600" lvl="2" indent="-228600" algn="l">
              <a:lnSpc>
                <a:spcPct val="90000"/>
              </a:lnSpc>
              <a:spcBef>
                <a:spcPts val="1600"/>
              </a:spcBef>
              <a:spcAft>
                <a:spcPts val="0"/>
              </a:spcAft>
              <a:buClr>
                <a:srgbClr val="888888"/>
              </a:buClr>
              <a:buSzPts val="5760"/>
              <a:buNone/>
              <a:defRPr sz="5760">
                <a:solidFill>
                  <a:srgbClr val="888888"/>
                </a:solidFill>
              </a:defRPr>
            </a:lvl3pPr>
            <a:lvl4pPr marL="1828800" lvl="3" indent="-228600" algn="l">
              <a:lnSpc>
                <a:spcPct val="90000"/>
              </a:lnSpc>
              <a:spcBef>
                <a:spcPts val="1600"/>
              </a:spcBef>
              <a:spcAft>
                <a:spcPts val="0"/>
              </a:spcAft>
              <a:buClr>
                <a:srgbClr val="888888"/>
              </a:buClr>
              <a:buSzPts val="5120"/>
              <a:buNone/>
              <a:defRPr sz="5120">
                <a:solidFill>
                  <a:srgbClr val="888888"/>
                </a:solidFill>
              </a:defRPr>
            </a:lvl4pPr>
            <a:lvl5pPr marL="2286000" lvl="4" indent="-228600" algn="l">
              <a:lnSpc>
                <a:spcPct val="90000"/>
              </a:lnSpc>
              <a:spcBef>
                <a:spcPts val="1600"/>
              </a:spcBef>
              <a:spcAft>
                <a:spcPts val="0"/>
              </a:spcAft>
              <a:buClr>
                <a:srgbClr val="888888"/>
              </a:buClr>
              <a:buSzPts val="5120"/>
              <a:buNone/>
              <a:defRPr sz="5120">
                <a:solidFill>
                  <a:srgbClr val="888888"/>
                </a:solidFill>
              </a:defRPr>
            </a:lvl5pPr>
            <a:lvl6pPr marL="2743200" lvl="5" indent="-228600" algn="l">
              <a:lnSpc>
                <a:spcPct val="90000"/>
              </a:lnSpc>
              <a:spcBef>
                <a:spcPts val="1600"/>
              </a:spcBef>
              <a:spcAft>
                <a:spcPts val="0"/>
              </a:spcAft>
              <a:buClr>
                <a:srgbClr val="888888"/>
              </a:buClr>
              <a:buSzPts val="5120"/>
              <a:buNone/>
              <a:defRPr sz="5120">
                <a:solidFill>
                  <a:srgbClr val="888888"/>
                </a:solidFill>
              </a:defRPr>
            </a:lvl6pPr>
            <a:lvl7pPr marL="3200400" lvl="6" indent="-228600" algn="l">
              <a:lnSpc>
                <a:spcPct val="90000"/>
              </a:lnSpc>
              <a:spcBef>
                <a:spcPts val="1600"/>
              </a:spcBef>
              <a:spcAft>
                <a:spcPts val="0"/>
              </a:spcAft>
              <a:buClr>
                <a:srgbClr val="888888"/>
              </a:buClr>
              <a:buSzPts val="5120"/>
              <a:buNone/>
              <a:defRPr sz="5120">
                <a:solidFill>
                  <a:srgbClr val="888888"/>
                </a:solidFill>
              </a:defRPr>
            </a:lvl7pPr>
            <a:lvl8pPr marL="3657600" lvl="7" indent="-228600" algn="l">
              <a:lnSpc>
                <a:spcPct val="90000"/>
              </a:lnSpc>
              <a:spcBef>
                <a:spcPts val="1600"/>
              </a:spcBef>
              <a:spcAft>
                <a:spcPts val="0"/>
              </a:spcAft>
              <a:buClr>
                <a:srgbClr val="888888"/>
              </a:buClr>
              <a:buSzPts val="5120"/>
              <a:buNone/>
              <a:defRPr sz="5120">
                <a:solidFill>
                  <a:srgbClr val="888888"/>
                </a:solidFill>
              </a:defRPr>
            </a:lvl8pPr>
            <a:lvl9pPr marL="4114800" lvl="8" indent="-228600" algn="l">
              <a:lnSpc>
                <a:spcPct val="90000"/>
              </a:lnSpc>
              <a:spcBef>
                <a:spcPts val="1600"/>
              </a:spcBef>
              <a:spcAft>
                <a:spcPts val="0"/>
              </a:spcAft>
              <a:buClr>
                <a:srgbClr val="888888"/>
              </a:buClr>
              <a:buSzPts val="5120"/>
              <a:buNone/>
              <a:defRPr sz="5120">
                <a:solidFill>
                  <a:srgbClr val="888888"/>
                </a:solidFill>
              </a:defRPr>
            </a:lvl9pPr>
          </a:lstStyle>
          <a:p>
            <a:endParaRPr/>
          </a:p>
        </p:txBody>
      </p:sp>
      <p:sp>
        <p:nvSpPr>
          <p:cNvPr id="26" name="Google Shape;26;p5"/>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263140" y="1168401"/>
            <a:ext cx="28392000" cy="4241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2263140" y="5842000"/>
            <a:ext cx="13990200" cy="13924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16664940" y="5842000"/>
            <a:ext cx="13990200" cy="13924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67428" y="1168401"/>
            <a:ext cx="28392000" cy="4241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2267429" y="5379722"/>
            <a:ext cx="13926000" cy="26364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200"/>
              </a:spcBef>
              <a:spcAft>
                <a:spcPts val="0"/>
              </a:spcAft>
              <a:buClr>
                <a:schemeClr val="dk1"/>
              </a:buClr>
              <a:buSzPts val="7680"/>
              <a:buNone/>
              <a:defRPr sz="7680" b="1"/>
            </a:lvl1pPr>
            <a:lvl2pPr marL="914400" lvl="1" indent="-228600" algn="l">
              <a:lnSpc>
                <a:spcPct val="90000"/>
              </a:lnSpc>
              <a:spcBef>
                <a:spcPts val="1600"/>
              </a:spcBef>
              <a:spcAft>
                <a:spcPts val="0"/>
              </a:spcAft>
              <a:buClr>
                <a:schemeClr val="dk1"/>
              </a:buClr>
              <a:buSzPts val="6400"/>
              <a:buNone/>
              <a:defRPr sz="6400" b="1"/>
            </a:lvl2pPr>
            <a:lvl3pPr marL="1371600" lvl="2" indent="-228600" algn="l">
              <a:lnSpc>
                <a:spcPct val="90000"/>
              </a:lnSpc>
              <a:spcBef>
                <a:spcPts val="1600"/>
              </a:spcBef>
              <a:spcAft>
                <a:spcPts val="0"/>
              </a:spcAft>
              <a:buClr>
                <a:schemeClr val="dk1"/>
              </a:buClr>
              <a:buSzPts val="5760"/>
              <a:buNone/>
              <a:defRPr sz="5760" b="1"/>
            </a:lvl3pPr>
            <a:lvl4pPr marL="1828800" lvl="3" indent="-228600" algn="l">
              <a:lnSpc>
                <a:spcPct val="90000"/>
              </a:lnSpc>
              <a:spcBef>
                <a:spcPts val="1600"/>
              </a:spcBef>
              <a:spcAft>
                <a:spcPts val="0"/>
              </a:spcAft>
              <a:buClr>
                <a:schemeClr val="dk1"/>
              </a:buClr>
              <a:buSzPts val="5120"/>
              <a:buNone/>
              <a:defRPr sz="5120" b="1"/>
            </a:lvl4pPr>
            <a:lvl5pPr marL="2286000" lvl="4" indent="-228600" algn="l">
              <a:lnSpc>
                <a:spcPct val="90000"/>
              </a:lnSpc>
              <a:spcBef>
                <a:spcPts val="1600"/>
              </a:spcBef>
              <a:spcAft>
                <a:spcPts val="0"/>
              </a:spcAft>
              <a:buClr>
                <a:schemeClr val="dk1"/>
              </a:buClr>
              <a:buSzPts val="5120"/>
              <a:buNone/>
              <a:defRPr sz="5120" b="1"/>
            </a:lvl5pPr>
            <a:lvl6pPr marL="2743200" lvl="5" indent="-228600" algn="l">
              <a:lnSpc>
                <a:spcPct val="90000"/>
              </a:lnSpc>
              <a:spcBef>
                <a:spcPts val="1600"/>
              </a:spcBef>
              <a:spcAft>
                <a:spcPts val="0"/>
              </a:spcAft>
              <a:buClr>
                <a:schemeClr val="dk1"/>
              </a:buClr>
              <a:buSzPts val="5120"/>
              <a:buNone/>
              <a:defRPr sz="5120" b="1"/>
            </a:lvl6pPr>
            <a:lvl7pPr marL="3200400" lvl="6" indent="-228600" algn="l">
              <a:lnSpc>
                <a:spcPct val="90000"/>
              </a:lnSpc>
              <a:spcBef>
                <a:spcPts val="1600"/>
              </a:spcBef>
              <a:spcAft>
                <a:spcPts val="0"/>
              </a:spcAft>
              <a:buClr>
                <a:schemeClr val="dk1"/>
              </a:buClr>
              <a:buSzPts val="5120"/>
              <a:buNone/>
              <a:defRPr sz="5120" b="1"/>
            </a:lvl7pPr>
            <a:lvl8pPr marL="3657600" lvl="7" indent="-228600" algn="l">
              <a:lnSpc>
                <a:spcPct val="90000"/>
              </a:lnSpc>
              <a:spcBef>
                <a:spcPts val="1600"/>
              </a:spcBef>
              <a:spcAft>
                <a:spcPts val="0"/>
              </a:spcAft>
              <a:buClr>
                <a:schemeClr val="dk1"/>
              </a:buClr>
              <a:buSzPts val="5120"/>
              <a:buNone/>
              <a:defRPr sz="5120" b="1"/>
            </a:lvl8pPr>
            <a:lvl9pPr marL="4114800" lvl="8" indent="-228600" algn="l">
              <a:lnSpc>
                <a:spcPct val="90000"/>
              </a:lnSpc>
              <a:spcBef>
                <a:spcPts val="1600"/>
              </a:spcBef>
              <a:spcAft>
                <a:spcPts val="0"/>
              </a:spcAft>
              <a:buClr>
                <a:schemeClr val="dk1"/>
              </a:buClr>
              <a:buSzPts val="5120"/>
              <a:buNone/>
              <a:defRPr sz="5120" b="1"/>
            </a:lvl9pPr>
          </a:lstStyle>
          <a:p>
            <a:endParaRPr/>
          </a:p>
        </p:txBody>
      </p:sp>
      <p:sp>
        <p:nvSpPr>
          <p:cNvPr id="39" name="Google Shape;39;p7"/>
          <p:cNvSpPr txBox="1">
            <a:spLocks noGrp="1"/>
          </p:cNvSpPr>
          <p:nvPr>
            <p:ph type="body" idx="2"/>
          </p:nvPr>
        </p:nvSpPr>
        <p:spPr>
          <a:xfrm>
            <a:off x="2267429" y="8016240"/>
            <a:ext cx="13926000" cy="11790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16664940" y="5379722"/>
            <a:ext cx="13994700" cy="26364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200"/>
              </a:spcBef>
              <a:spcAft>
                <a:spcPts val="0"/>
              </a:spcAft>
              <a:buClr>
                <a:schemeClr val="dk1"/>
              </a:buClr>
              <a:buSzPts val="7680"/>
              <a:buNone/>
              <a:defRPr sz="7680" b="1"/>
            </a:lvl1pPr>
            <a:lvl2pPr marL="914400" lvl="1" indent="-228600" algn="l">
              <a:lnSpc>
                <a:spcPct val="90000"/>
              </a:lnSpc>
              <a:spcBef>
                <a:spcPts val="1600"/>
              </a:spcBef>
              <a:spcAft>
                <a:spcPts val="0"/>
              </a:spcAft>
              <a:buClr>
                <a:schemeClr val="dk1"/>
              </a:buClr>
              <a:buSzPts val="6400"/>
              <a:buNone/>
              <a:defRPr sz="6400" b="1"/>
            </a:lvl2pPr>
            <a:lvl3pPr marL="1371600" lvl="2" indent="-228600" algn="l">
              <a:lnSpc>
                <a:spcPct val="90000"/>
              </a:lnSpc>
              <a:spcBef>
                <a:spcPts val="1600"/>
              </a:spcBef>
              <a:spcAft>
                <a:spcPts val="0"/>
              </a:spcAft>
              <a:buClr>
                <a:schemeClr val="dk1"/>
              </a:buClr>
              <a:buSzPts val="5760"/>
              <a:buNone/>
              <a:defRPr sz="5760" b="1"/>
            </a:lvl3pPr>
            <a:lvl4pPr marL="1828800" lvl="3" indent="-228600" algn="l">
              <a:lnSpc>
                <a:spcPct val="90000"/>
              </a:lnSpc>
              <a:spcBef>
                <a:spcPts val="1600"/>
              </a:spcBef>
              <a:spcAft>
                <a:spcPts val="0"/>
              </a:spcAft>
              <a:buClr>
                <a:schemeClr val="dk1"/>
              </a:buClr>
              <a:buSzPts val="5120"/>
              <a:buNone/>
              <a:defRPr sz="5120" b="1"/>
            </a:lvl4pPr>
            <a:lvl5pPr marL="2286000" lvl="4" indent="-228600" algn="l">
              <a:lnSpc>
                <a:spcPct val="90000"/>
              </a:lnSpc>
              <a:spcBef>
                <a:spcPts val="1600"/>
              </a:spcBef>
              <a:spcAft>
                <a:spcPts val="0"/>
              </a:spcAft>
              <a:buClr>
                <a:schemeClr val="dk1"/>
              </a:buClr>
              <a:buSzPts val="5120"/>
              <a:buNone/>
              <a:defRPr sz="5120" b="1"/>
            </a:lvl5pPr>
            <a:lvl6pPr marL="2743200" lvl="5" indent="-228600" algn="l">
              <a:lnSpc>
                <a:spcPct val="90000"/>
              </a:lnSpc>
              <a:spcBef>
                <a:spcPts val="1600"/>
              </a:spcBef>
              <a:spcAft>
                <a:spcPts val="0"/>
              </a:spcAft>
              <a:buClr>
                <a:schemeClr val="dk1"/>
              </a:buClr>
              <a:buSzPts val="5120"/>
              <a:buNone/>
              <a:defRPr sz="5120" b="1"/>
            </a:lvl6pPr>
            <a:lvl7pPr marL="3200400" lvl="6" indent="-228600" algn="l">
              <a:lnSpc>
                <a:spcPct val="90000"/>
              </a:lnSpc>
              <a:spcBef>
                <a:spcPts val="1600"/>
              </a:spcBef>
              <a:spcAft>
                <a:spcPts val="0"/>
              </a:spcAft>
              <a:buClr>
                <a:schemeClr val="dk1"/>
              </a:buClr>
              <a:buSzPts val="5120"/>
              <a:buNone/>
              <a:defRPr sz="5120" b="1"/>
            </a:lvl7pPr>
            <a:lvl8pPr marL="3657600" lvl="7" indent="-228600" algn="l">
              <a:lnSpc>
                <a:spcPct val="90000"/>
              </a:lnSpc>
              <a:spcBef>
                <a:spcPts val="1600"/>
              </a:spcBef>
              <a:spcAft>
                <a:spcPts val="0"/>
              </a:spcAft>
              <a:buClr>
                <a:schemeClr val="dk1"/>
              </a:buClr>
              <a:buSzPts val="5120"/>
              <a:buNone/>
              <a:defRPr sz="5120" b="1"/>
            </a:lvl8pPr>
            <a:lvl9pPr marL="4114800" lvl="8" indent="-228600" algn="l">
              <a:lnSpc>
                <a:spcPct val="90000"/>
              </a:lnSpc>
              <a:spcBef>
                <a:spcPts val="1600"/>
              </a:spcBef>
              <a:spcAft>
                <a:spcPts val="0"/>
              </a:spcAft>
              <a:buClr>
                <a:schemeClr val="dk1"/>
              </a:buClr>
              <a:buSzPts val="5120"/>
              <a:buNone/>
              <a:defRPr sz="5120" b="1"/>
            </a:lvl9pPr>
          </a:lstStyle>
          <a:p>
            <a:endParaRPr/>
          </a:p>
        </p:txBody>
      </p:sp>
      <p:sp>
        <p:nvSpPr>
          <p:cNvPr id="41" name="Google Shape;41;p7"/>
          <p:cNvSpPr txBox="1">
            <a:spLocks noGrp="1"/>
          </p:cNvSpPr>
          <p:nvPr>
            <p:ph type="body" idx="4"/>
          </p:nvPr>
        </p:nvSpPr>
        <p:spPr>
          <a:xfrm>
            <a:off x="16664940" y="8016240"/>
            <a:ext cx="13994700" cy="11790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263140" y="1168401"/>
            <a:ext cx="28392000" cy="4241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67429" y="1463040"/>
            <a:ext cx="10617000" cy="5120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102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994608" y="3159762"/>
            <a:ext cx="16665000" cy="15595500"/>
          </a:xfrm>
          <a:prstGeom prst="rect">
            <a:avLst/>
          </a:prstGeom>
          <a:noFill/>
          <a:ln>
            <a:noFill/>
          </a:ln>
        </p:spPr>
        <p:txBody>
          <a:bodyPr spcFirstLastPara="1" wrap="square" lIns="91425" tIns="45700" rIns="91425" bIns="45700" anchor="t" anchorCtr="0">
            <a:normAutofit/>
          </a:bodyPr>
          <a:lstStyle>
            <a:lvl1pPr marL="457200" lvl="0" indent="-878839" algn="l">
              <a:lnSpc>
                <a:spcPct val="90000"/>
              </a:lnSpc>
              <a:spcBef>
                <a:spcPts val="3200"/>
              </a:spcBef>
              <a:spcAft>
                <a:spcPts val="0"/>
              </a:spcAft>
              <a:buClr>
                <a:schemeClr val="dk1"/>
              </a:buClr>
              <a:buSzPts val="10240"/>
              <a:buChar char="•"/>
              <a:defRPr sz="10240"/>
            </a:lvl1pPr>
            <a:lvl2pPr marL="914400" lvl="1" indent="-797560" algn="l">
              <a:lnSpc>
                <a:spcPct val="90000"/>
              </a:lnSpc>
              <a:spcBef>
                <a:spcPts val="1600"/>
              </a:spcBef>
              <a:spcAft>
                <a:spcPts val="0"/>
              </a:spcAft>
              <a:buClr>
                <a:schemeClr val="dk1"/>
              </a:buClr>
              <a:buSzPts val="8960"/>
              <a:buChar char="•"/>
              <a:defRPr sz="8960"/>
            </a:lvl2pPr>
            <a:lvl3pPr marL="1371600" lvl="2" indent="-716280" algn="l">
              <a:lnSpc>
                <a:spcPct val="90000"/>
              </a:lnSpc>
              <a:spcBef>
                <a:spcPts val="1600"/>
              </a:spcBef>
              <a:spcAft>
                <a:spcPts val="0"/>
              </a:spcAft>
              <a:buClr>
                <a:schemeClr val="dk1"/>
              </a:buClr>
              <a:buSzPts val="7680"/>
              <a:buChar char="•"/>
              <a:defRPr sz="7680"/>
            </a:lvl3pPr>
            <a:lvl4pPr marL="1828800" lvl="3" indent="-635000" algn="l">
              <a:lnSpc>
                <a:spcPct val="90000"/>
              </a:lnSpc>
              <a:spcBef>
                <a:spcPts val="1600"/>
              </a:spcBef>
              <a:spcAft>
                <a:spcPts val="0"/>
              </a:spcAft>
              <a:buClr>
                <a:schemeClr val="dk1"/>
              </a:buClr>
              <a:buSzPts val="6400"/>
              <a:buChar char="•"/>
              <a:defRPr sz="6400"/>
            </a:lvl4pPr>
            <a:lvl5pPr marL="2286000" lvl="4" indent="-635000" algn="l">
              <a:lnSpc>
                <a:spcPct val="90000"/>
              </a:lnSpc>
              <a:spcBef>
                <a:spcPts val="1600"/>
              </a:spcBef>
              <a:spcAft>
                <a:spcPts val="0"/>
              </a:spcAft>
              <a:buClr>
                <a:schemeClr val="dk1"/>
              </a:buClr>
              <a:buSzPts val="6400"/>
              <a:buChar char="•"/>
              <a:defRPr sz="6400"/>
            </a:lvl5pPr>
            <a:lvl6pPr marL="2743200" lvl="5" indent="-635000" algn="l">
              <a:lnSpc>
                <a:spcPct val="90000"/>
              </a:lnSpc>
              <a:spcBef>
                <a:spcPts val="1600"/>
              </a:spcBef>
              <a:spcAft>
                <a:spcPts val="0"/>
              </a:spcAft>
              <a:buClr>
                <a:schemeClr val="dk1"/>
              </a:buClr>
              <a:buSzPts val="6400"/>
              <a:buChar char="•"/>
              <a:defRPr sz="6400"/>
            </a:lvl6pPr>
            <a:lvl7pPr marL="3200400" lvl="6" indent="-635000" algn="l">
              <a:lnSpc>
                <a:spcPct val="90000"/>
              </a:lnSpc>
              <a:spcBef>
                <a:spcPts val="1600"/>
              </a:spcBef>
              <a:spcAft>
                <a:spcPts val="0"/>
              </a:spcAft>
              <a:buClr>
                <a:schemeClr val="dk1"/>
              </a:buClr>
              <a:buSzPts val="6400"/>
              <a:buChar char="•"/>
              <a:defRPr sz="6400"/>
            </a:lvl7pPr>
            <a:lvl8pPr marL="3657600" lvl="7" indent="-635000" algn="l">
              <a:lnSpc>
                <a:spcPct val="90000"/>
              </a:lnSpc>
              <a:spcBef>
                <a:spcPts val="1600"/>
              </a:spcBef>
              <a:spcAft>
                <a:spcPts val="0"/>
              </a:spcAft>
              <a:buClr>
                <a:schemeClr val="dk1"/>
              </a:buClr>
              <a:buSzPts val="6400"/>
              <a:buChar char="•"/>
              <a:defRPr sz="6400"/>
            </a:lvl8pPr>
            <a:lvl9pPr marL="4114800" lvl="8" indent="-635000" algn="l">
              <a:lnSpc>
                <a:spcPct val="90000"/>
              </a:lnSpc>
              <a:spcBef>
                <a:spcPts val="1600"/>
              </a:spcBef>
              <a:spcAft>
                <a:spcPts val="0"/>
              </a:spcAft>
              <a:buClr>
                <a:schemeClr val="dk1"/>
              </a:buClr>
              <a:buSzPts val="6400"/>
              <a:buChar char="•"/>
              <a:defRPr sz="6400"/>
            </a:lvl9pPr>
          </a:lstStyle>
          <a:p>
            <a:endParaRPr/>
          </a:p>
        </p:txBody>
      </p:sp>
      <p:sp>
        <p:nvSpPr>
          <p:cNvPr id="57" name="Google Shape;57;p10"/>
          <p:cNvSpPr txBox="1">
            <a:spLocks noGrp="1"/>
          </p:cNvSpPr>
          <p:nvPr>
            <p:ph type="body" idx="2"/>
          </p:nvPr>
        </p:nvSpPr>
        <p:spPr>
          <a:xfrm>
            <a:off x="2267429" y="6583680"/>
            <a:ext cx="10617000" cy="121971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5120"/>
              <a:buNone/>
              <a:defRPr sz="5120"/>
            </a:lvl1pPr>
            <a:lvl2pPr marL="914400" lvl="1" indent="-228600" algn="l">
              <a:lnSpc>
                <a:spcPct val="90000"/>
              </a:lnSpc>
              <a:spcBef>
                <a:spcPts val="1600"/>
              </a:spcBef>
              <a:spcAft>
                <a:spcPts val="0"/>
              </a:spcAft>
              <a:buClr>
                <a:schemeClr val="dk1"/>
              </a:buClr>
              <a:buSzPts val="4480"/>
              <a:buNone/>
              <a:defRPr sz="4480"/>
            </a:lvl2pPr>
            <a:lvl3pPr marL="1371600" lvl="2" indent="-228600" algn="l">
              <a:lnSpc>
                <a:spcPct val="90000"/>
              </a:lnSpc>
              <a:spcBef>
                <a:spcPts val="1600"/>
              </a:spcBef>
              <a:spcAft>
                <a:spcPts val="0"/>
              </a:spcAft>
              <a:buClr>
                <a:schemeClr val="dk1"/>
              </a:buClr>
              <a:buSzPts val="3840"/>
              <a:buNone/>
              <a:defRPr sz="3840"/>
            </a:lvl3pPr>
            <a:lvl4pPr marL="1828800" lvl="3" indent="-228600" algn="l">
              <a:lnSpc>
                <a:spcPct val="90000"/>
              </a:lnSpc>
              <a:spcBef>
                <a:spcPts val="1600"/>
              </a:spcBef>
              <a:spcAft>
                <a:spcPts val="0"/>
              </a:spcAft>
              <a:buClr>
                <a:schemeClr val="dk1"/>
              </a:buClr>
              <a:buSzPts val="3200"/>
              <a:buNone/>
              <a:defRPr sz="3200"/>
            </a:lvl4pPr>
            <a:lvl5pPr marL="2286000" lvl="4" indent="-228600" algn="l">
              <a:lnSpc>
                <a:spcPct val="90000"/>
              </a:lnSpc>
              <a:spcBef>
                <a:spcPts val="1600"/>
              </a:spcBef>
              <a:spcAft>
                <a:spcPts val="0"/>
              </a:spcAft>
              <a:buClr>
                <a:schemeClr val="dk1"/>
              </a:buClr>
              <a:buSzPts val="3200"/>
              <a:buNone/>
              <a:defRPr sz="3200"/>
            </a:lvl5pPr>
            <a:lvl6pPr marL="2743200" lvl="5" indent="-228600" algn="l">
              <a:lnSpc>
                <a:spcPct val="90000"/>
              </a:lnSpc>
              <a:spcBef>
                <a:spcPts val="1600"/>
              </a:spcBef>
              <a:spcAft>
                <a:spcPts val="0"/>
              </a:spcAft>
              <a:buClr>
                <a:schemeClr val="dk1"/>
              </a:buClr>
              <a:buSzPts val="3200"/>
              <a:buNone/>
              <a:defRPr sz="3200"/>
            </a:lvl6pPr>
            <a:lvl7pPr marL="3200400" lvl="6" indent="-228600" algn="l">
              <a:lnSpc>
                <a:spcPct val="90000"/>
              </a:lnSpc>
              <a:spcBef>
                <a:spcPts val="1600"/>
              </a:spcBef>
              <a:spcAft>
                <a:spcPts val="0"/>
              </a:spcAft>
              <a:buClr>
                <a:schemeClr val="dk1"/>
              </a:buClr>
              <a:buSzPts val="3200"/>
              <a:buNone/>
              <a:defRPr sz="3200"/>
            </a:lvl7pPr>
            <a:lvl8pPr marL="3657600" lvl="7" indent="-228600" algn="l">
              <a:lnSpc>
                <a:spcPct val="90000"/>
              </a:lnSpc>
              <a:spcBef>
                <a:spcPts val="1600"/>
              </a:spcBef>
              <a:spcAft>
                <a:spcPts val="0"/>
              </a:spcAft>
              <a:buClr>
                <a:schemeClr val="dk1"/>
              </a:buClr>
              <a:buSzPts val="3200"/>
              <a:buNone/>
              <a:defRPr sz="3200"/>
            </a:lvl8pPr>
            <a:lvl9pPr marL="4114800" lvl="8" indent="-228600" algn="l">
              <a:lnSpc>
                <a:spcPct val="90000"/>
              </a:lnSpc>
              <a:spcBef>
                <a:spcPts val="1600"/>
              </a:spcBef>
              <a:spcAft>
                <a:spcPts val="0"/>
              </a:spcAft>
              <a:buClr>
                <a:schemeClr val="dk1"/>
              </a:buClr>
              <a:buSzPts val="3200"/>
              <a:buNone/>
              <a:defRPr sz="3200"/>
            </a:lvl9pPr>
          </a:lstStyle>
          <a:p>
            <a:endParaRPr/>
          </a:p>
        </p:txBody>
      </p:sp>
      <p:sp>
        <p:nvSpPr>
          <p:cNvPr id="58" name="Google Shape;58;p10"/>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67429" y="1463040"/>
            <a:ext cx="10617000" cy="5120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102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13994608" y="3159762"/>
            <a:ext cx="16665000" cy="15595500"/>
          </a:xfrm>
          <a:prstGeom prst="rect">
            <a:avLst/>
          </a:prstGeom>
          <a:noFill/>
          <a:ln>
            <a:noFill/>
          </a:ln>
        </p:spPr>
        <p:txBody>
          <a:bodyPr/>
          <a:lstStyle/>
          <a:p>
            <a:endParaRPr lang="en-CA"/>
          </a:p>
        </p:txBody>
      </p:sp>
      <p:sp>
        <p:nvSpPr>
          <p:cNvPr id="64" name="Google Shape;64;p11"/>
          <p:cNvSpPr txBox="1">
            <a:spLocks noGrp="1"/>
          </p:cNvSpPr>
          <p:nvPr>
            <p:ph type="body" idx="1"/>
          </p:nvPr>
        </p:nvSpPr>
        <p:spPr>
          <a:xfrm>
            <a:off x="2267429" y="6583680"/>
            <a:ext cx="10617000" cy="121971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5120"/>
              <a:buNone/>
              <a:defRPr sz="5120"/>
            </a:lvl1pPr>
            <a:lvl2pPr marL="914400" lvl="1" indent="-228600" algn="l">
              <a:lnSpc>
                <a:spcPct val="90000"/>
              </a:lnSpc>
              <a:spcBef>
                <a:spcPts val="1600"/>
              </a:spcBef>
              <a:spcAft>
                <a:spcPts val="0"/>
              </a:spcAft>
              <a:buClr>
                <a:schemeClr val="dk1"/>
              </a:buClr>
              <a:buSzPts val="4480"/>
              <a:buNone/>
              <a:defRPr sz="4480"/>
            </a:lvl2pPr>
            <a:lvl3pPr marL="1371600" lvl="2" indent="-228600" algn="l">
              <a:lnSpc>
                <a:spcPct val="90000"/>
              </a:lnSpc>
              <a:spcBef>
                <a:spcPts val="1600"/>
              </a:spcBef>
              <a:spcAft>
                <a:spcPts val="0"/>
              </a:spcAft>
              <a:buClr>
                <a:schemeClr val="dk1"/>
              </a:buClr>
              <a:buSzPts val="3840"/>
              <a:buNone/>
              <a:defRPr sz="3840"/>
            </a:lvl3pPr>
            <a:lvl4pPr marL="1828800" lvl="3" indent="-228600" algn="l">
              <a:lnSpc>
                <a:spcPct val="90000"/>
              </a:lnSpc>
              <a:spcBef>
                <a:spcPts val="1600"/>
              </a:spcBef>
              <a:spcAft>
                <a:spcPts val="0"/>
              </a:spcAft>
              <a:buClr>
                <a:schemeClr val="dk1"/>
              </a:buClr>
              <a:buSzPts val="3200"/>
              <a:buNone/>
              <a:defRPr sz="3200"/>
            </a:lvl4pPr>
            <a:lvl5pPr marL="2286000" lvl="4" indent="-228600" algn="l">
              <a:lnSpc>
                <a:spcPct val="90000"/>
              </a:lnSpc>
              <a:spcBef>
                <a:spcPts val="1600"/>
              </a:spcBef>
              <a:spcAft>
                <a:spcPts val="0"/>
              </a:spcAft>
              <a:buClr>
                <a:schemeClr val="dk1"/>
              </a:buClr>
              <a:buSzPts val="3200"/>
              <a:buNone/>
              <a:defRPr sz="3200"/>
            </a:lvl5pPr>
            <a:lvl6pPr marL="2743200" lvl="5" indent="-228600" algn="l">
              <a:lnSpc>
                <a:spcPct val="90000"/>
              </a:lnSpc>
              <a:spcBef>
                <a:spcPts val="1600"/>
              </a:spcBef>
              <a:spcAft>
                <a:spcPts val="0"/>
              </a:spcAft>
              <a:buClr>
                <a:schemeClr val="dk1"/>
              </a:buClr>
              <a:buSzPts val="3200"/>
              <a:buNone/>
              <a:defRPr sz="3200"/>
            </a:lvl6pPr>
            <a:lvl7pPr marL="3200400" lvl="6" indent="-228600" algn="l">
              <a:lnSpc>
                <a:spcPct val="90000"/>
              </a:lnSpc>
              <a:spcBef>
                <a:spcPts val="1600"/>
              </a:spcBef>
              <a:spcAft>
                <a:spcPts val="0"/>
              </a:spcAft>
              <a:buClr>
                <a:schemeClr val="dk1"/>
              </a:buClr>
              <a:buSzPts val="3200"/>
              <a:buNone/>
              <a:defRPr sz="3200"/>
            </a:lvl7pPr>
            <a:lvl8pPr marL="3657600" lvl="7" indent="-228600" algn="l">
              <a:lnSpc>
                <a:spcPct val="90000"/>
              </a:lnSpc>
              <a:spcBef>
                <a:spcPts val="1600"/>
              </a:spcBef>
              <a:spcAft>
                <a:spcPts val="0"/>
              </a:spcAft>
              <a:buClr>
                <a:schemeClr val="dk1"/>
              </a:buClr>
              <a:buSzPts val="3200"/>
              <a:buNone/>
              <a:defRPr sz="3200"/>
            </a:lvl8pPr>
            <a:lvl9pPr marL="4114800" lvl="8" indent="-228600" algn="l">
              <a:lnSpc>
                <a:spcPct val="90000"/>
              </a:lnSpc>
              <a:spcBef>
                <a:spcPts val="1600"/>
              </a:spcBef>
              <a:spcAft>
                <a:spcPts val="0"/>
              </a:spcAft>
              <a:buClr>
                <a:schemeClr val="dk1"/>
              </a:buClr>
              <a:buSzPts val="3200"/>
              <a:buNone/>
              <a:defRPr sz="3200"/>
            </a:lvl9pPr>
          </a:lstStyle>
          <a:p>
            <a:endParaRPr/>
          </a:p>
        </p:txBody>
      </p:sp>
      <p:sp>
        <p:nvSpPr>
          <p:cNvPr id="65" name="Google Shape;65;p11"/>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63140" y="1168401"/>
            <a:ext cx="28392000" cy="4241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9497161" y="-1391901"/>
            <a:ext cx="13924200" cy="28392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7807311" y="6918350"/>
            <a:ext cx="18597900" cy="7098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3405450" y="26001"/>
            <a:ext cx="18597900" cy="20882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63140" y="1168401"/>
            <a:ext cx="28392000" cy="4241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080"/>
              <a:buFont typeface="Calibri"/>
              <a:buNone/>
              <a:defRPr sz="140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2263140" y="5842000"/>
            <a:ext cx="28392000" cy="13924200"/>
          </a:xfrm>
          <a:prstGeom prst="rect">
            <a:avLst/>
          </a:prstGeom>
          <a:noFill/>
          <a:ln>
            <a:noFill/>
          </a:ln>
        </p:spPr>
        <p:txBody>
          <a:bodyPr spcFirstLastPara="1" wrap="square" lIns="91425" tIns="45700" rIns="91425" bIns="45700" anchor="t" anchorCtr="0">
            <a:normAutofit/>
          </a:bodyPr>
          <a:lstStyle>
            <a:lvl1pPr marL="457200" marR="0" lvl="0" indent="-797560" algn="l" rtl="0">
              <a:lnSpc>
                <a:spcPct val="90000"/>
              </a:lnSpc>
              <a:spcBef>
                <a:spcPts val="3200"/>
              </a:spcBef>
              <a:spcAft>
                <a:spcPts val="0"/>
              </a:spcAft>
              <a:buClr>
                <a:schemeClr val="dk1"/>
              </a:buClr>
              <a:buSzPts val="8960"/>
              <a:buFont typeface="Arial"/>
              <a:buChar char="•"/>
              <a:defRPr sz="8960" b="0" i="0" u="none" strike="noStrike" cap="none">
                <a:solidFill>
                  <a:schemeClr val="dk1"/>
                </a:solidFill>
                <a:latin typeface="Calibri"/>
                <a:ea typeface="Calibri"/>
                <a:cs typeface="Calibri"/>
                <a:sym typeface="Calibri"/>
              </a:defRPr>
            </a:lvl1pPr>
            <a:lvl2pPr marL="914400" marR="0" lvl="1" indent="-716280" algn="l" rtl="0">
              <a:lnSpc>
                <a:spcPct val="90000"/>
              </a:lnSpc>
              <a:spcBef>
                <a:spcPts val="1600"/>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2pPr>
            <a:lvl3pPr marL="1371600" marR="0" lvl="2" indent="-635000" algn="l" rtl="0">
              <a:lnSpc>
                <a:spcPct val="90000"/>
              </a:lnSpc>
              <a:spcBef>
                <a:spcPts val="1600"/>
              </a:spcBef>
              <a:spcAft>
                <a:spcPts val="0"/>
              </a:spcAft>
              <a:buClr>
                <a:schemeClr val="dk1"/>
              </a:buClr>
              <a:buSzPts val="6400"/>
              <a:buFont typeface="Arial"/>
              <a:buChar char="•"/>
              <a:defRPr sz="6400" b="0" i="0" u="none" strike="noStrike" cap="none">
                <a:solidFill>
                  <a:schemeClr val="dk1"/>
                </a:solidFill>
                <a:latin typeface="Calibri"/>
                <a:ea typeface="Calibri"/>
                <a:cs typeface="Calibri"/>
                <a:sym typeface="Calibri"/>
              </a:defRPr>
            </a:lvl3pPr>
            <a:lvl4pPr marL="1828800" marR="0" lvl="3"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4pPr>
            <a:lvl5pPr marL="2286000" marR="0" lvl="4"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5pPr>
            <a:lvl6pPr marL="2743200" marR="0" lvl="5"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6pPr>
            <a:lvl7pPr marL="3200400" marR="0" lvl="6"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7pPr>
            <a:lvl8pPr marL="3657600" marR="0" lvl="7"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8pPr>
            <a:lvl9pPr marL="4114800" marR="0" lvl="8" indent="-594359"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63140" y="20340322"/>
            <a:ext cx="7406700" cy="1168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904219" y="20340322"/>
            <a:ext cx="11109900" cy="11685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3248619" y="20340322"/>
            <a:ext cx="7406700" cy="11685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5.png"/><Relationship Id="rId3" Type="http://schemas.microsoft.com/office/2018/10/relationships/comments" Target="../comments/modernComment_100_0.xml"/><Relationship Id="rId7" Type="http://schemas.openxmlformats.org/officeDocument/2006/relationships/diagramColors" Target="../diagrams/colors1.xml"/><Relationship Id="rId12" Type="http://schemas.openxmlformats.org/officeDocument/2006/relationships/image" Target="../media/image4.png"/><Relationship Id="rId2" Type="http://schemas.openxmlformats.org/officeDocument/2006/relationships/notesSlide" Target="../notesSlides/notesSlide1.xml"/><Relationship Id="rId16"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diagramQuickStyle" Target="../diagrams/quickStyle1.xml"/><Relationship Id="rId11" Type="http://schemas.openxmlformats.org/officeDocument/2006/relationships/image" Target="../media/image3.png"/><Relationship Id="rId5" Type="http://schemas.openxmlformats.org/officeDocument/2006/relationships/diagramLayout" Target="../diagrams/layout1.xml"/><Relationship Id="rId15" Type="http://schemas.openxmlformats.org/officeDocument/2006/relationships/image" Target="../media/image7.png"/><Relationship Id="rId10" Type="http://schemas.openxmlformats.org/officeDocument/2006/relationships/image" Target="../media/image2.png"/><Relationship Id="rId4" Type="http://schemas.openxmlformats.org/officeDocument/2006/relationships/diagramData" Target="../diagrams/data1.xml"/><Relationship Id="rId9" Type="http://schemas.openxmlformats.org/officeDocument/2006/relationships/image" Target="../media/image1.jpg"/><Relationship Id="rId1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5" name="Google Shape;88;p1">
            <a:extLst>
              <a:ext uri="{FF2B5EF4-FFF2-40B4-BE49-F238E27FC236}">
                <a16:creationId xmlns:a16="http://schemas.microsoft.com/office/drawing/2014/main" id="{CCC1264C-A254-3C32-0602-300E0D0EA629}"/>
              </a:ext>
            </a:extLst>
          </p:cNvPr>
          <p:cNvGrpSpPr/>
          <p:nvPr/>
        </p:nvGrpSpPr>
        <p:grpSpPr>
          <a:xfrm>
            <a:off x="15849595" y="3455514"/>
            <a:ext cx="16504004" cy="6040178"/>
            <a:chOff x="457200" y="3162306"/>
            <a:chExt cx="13716000" cy="7077990"/>
          </a:xfrm>
          <a:solidFill>
            <a:schemeClr val="bg1">
              <a:lumMod val="85000"/>
            </a:schemeClr>
          </a:solidFill>
        </p:grpSpPr>
        <p:sp>
          <p:nvSpPr>
            <p:cNvPr id="12" name="Google Shape;89;p1">
              <a:extLst>
                <a:ext uri="{FF2B5EF4-FFF2-40B4-BE49-F238E27FC236}">
                  <a16:creationId xmlns:a16="http://schemas.microsoft.com/office/drawing/2014/main" id="{2721D2E7-9199-9C21-01E7-19030CF6BD99}"/>
                </a:ext>
              </a:extLst>
            </p:cNvPr>
            <p:cNvSpPr txBox="1"/>
            <p:nvPr/>
          </p:nvSpPr>
          <p:spPr>
            <a:xfrm>
              <a:off x="457200" y="3946329"/>
              <a:ext cx="13716000" cy="6293967"/>
            </a:xfrm>
            <a:prstGeom prst="rect">
              <a:avLst/>
            </a:prstGeom>
            <a:grpFill/>
            <a:ln>
              <a:noFill/>
            </a:ln>
          </p:spPr>
          <p:txBody>
            <a:bodyPr spcFirstLastPara="1" wrap="square" lIns="91425" tIns="45700" rIns="91425" bIns="45700" anchor="t" anchorCtr="0">
              <a:spAutoFit/>
            </a:bodyPr>
            <a:lstStyle/>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p:txBody>
        </p:sp>
        <p:sp>
          <p:nvSpPr>
            <p:cNvPr id="16" name="Google Shape;90;p1">
              <a:extLst>
                <a:ext uri="{FF2B5EF4-FFF2-40B4-BE49-F238E27FC236}">
                  <a16:creationId xmlns:a16="http://schemas.microsoft.com/office/drawing/2014/main" id="{4FEE529D-C972-F3D8-F5F6-EEBEC1CCCB39}"/>
                </a:ext>
              </a:extLst>
            </p:cNvPr>
            <p:cNvSpPr txBox="1"/>
            <p:nvPr/>
          </p:nvSpPr>
          <p:spPr>
            <a:xfrm>
              <a:off x="457200" y="3162306"/>
              <a:ext cx="13716000" cy="779006"/>
            </a:xfrm>
            <a:prstGeom prst="rect">
              <a:avLst/>
            </a:prstGeom>
            <a:solidFill>
              <a:srgbClr val="CD3D3D"/>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dirty="0">
                  <a:solidFill>
                    <a:srgbClr val="FFFFFF"/>
                  </a:solidFill>
                  <a:latin typeface="Trebuchet MS"/>
                  <a:ea typeface="Trebuchet MS"/>
                  <a:cs typeface="Trebuchet MS"/>
                  <a:sym typeface="Trebuchet MS"/>
                </a:rPr>
                <a:t>AI PIPELINE</a:t>
              </a:r>
              <a:r>
                <a:rPr lang="en-US" sz="4000" b="1" i="0" u="none" strike="noStrike" cap="none" dirty="0">
                  <a:solidFill>
                    <a:srgbClr val="FFFFFF"/>
                  </a:solidFill>
                  <a:latin typeface="Trebuchet MS"/>
                  <a:ea typeface="Trebuchet MS"/>
                  <a:cs typeface="Trebuchet MS"/>
                  <a:sym typeface="Trebuchet MS"/>
                </a:rPr>
                <a:t> </a:t>
              </a:r>
              <a:endParaRPr lang="en-US" sz="1400" b="0" i="0" u="none" strike="noStrike" cap="none" dirty="0">
                <a:solidFill>
                  <a:srgbClr val="FFFFFF"/>
                </a:solidFill>
                <a:latin typeface="Arial"/>
                <a:ea typeface="Arial"/>
                <a:cs typeface="Arial"/>
                <a:sym typeface="Arial"/>
              </a:endParaRPr>
            </a:p>
          </p:txBody>
        </p:sp>
      </p:grpSp>
      <p:graphicFrame>
        <p:nvGraphicFramePr>
          <p:cNvPr id="17" name="Diagram 16">
            <a:extLst>
              <a:ext uri="{FF2B5EF4-FFF2-40B4-BE49-F238E27FC236}">
                <a16:creationId xmlns:a16="http://schemas.microsoft.com/office/drawing/2014/main" id="{B42416DD-6B13-8F1E-5FEB-45E9AE94F37D}"/>
              </a:ext>
            </a:extLst>
          </p:cNvPr>
          <p:cNvGraphicFramePr/>
          <p:nvPr>
            <p:extLst>
              <p:ext uri="{D42A27DB-BD31-4B8C-83A1-F6EECF244321}">
                <p14:modId xmlns:p14="http://schemas.microsoft.com/office/powerpoint/2010/main" val="3723047203"/>
              </p:ext>
            </p:extLst>
          </p:nvPr>
        </p:nvGraphicFramePr>
        <p:xfrm>
          <a:off x="15864788" y="3815513"/>
          <a:ext cx="16504002" cy="5817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4" name="Google Shape;84;p1"/>
          <p:cNvSpPr/>
          <p:nvPr/>
        </p:nvSpPr>
        <p:spPr>
          <a:xfrm>
            <a:off x="0" y="0"/>
            <a:ext cx="32918400" cy="2857501"/>
          </a:xfrm>
          <a:prstGeom prst="rect">
            <a:avLst/>
          </a:prstGeom>
          <a:solidFill>
            <a:srgbClr val="CD3D3D"/>
          </a:solidFill>
          <a:ln>
            <a:noFill/>
          </a:ln>
        </p:spPr>
        <p:txBody>
          <a:bodyPr spcFirstLastPara="1" wrap="square" lIns="45700" tIns="22850" rIns="45700" bIns="228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Calibri"/>
              <a:ea typeface="Calibri"/>
              <a:cs typeface="Calibri"/>
              <a:sym typeface="Calibri"/>
            </a:endParaRPr>
          </a:p>
        </p:txBody>
      </p:sp>
      <p:sp>
        <p:nvSpPr>
          <p:cNvPr id="85" name="Google Shape;85;p1"/>
          <p:cNvSpPr txBox="1">
            <a:spLocks noGrp="1"/>
          </p:cNvSpPr>
          <p:nvPr>
            <p:ph type="ctrTitle"/>
          </p:nvPr>
        </p:nvSpPr>
        <p:spPr>
          <a:xfrm>
            <a:off x="0" y="3414"/>
            <a:ext cx="32918400" cy="13716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6000"/>
              <a:buFont typeface="Impact"/>
              <a:buNone/>
            </a:pPr>
            <a:r>
              <a:rPr lang="en-US" sz="6000" dirty="0" err="1">
                <a:solidFill>
                  <a:schemeClr val="lt1"/>
                </a:solidFill>
                <a:latin typeface="Impact"/>
                <a:ea typeface="Impact"/>
                <a:cs typeface="Impact"/>
                <a:sym typeface="Impact"/>
              </a:rPr>
              <a:t>HippoMedica</a:t>
            </a:r>
            <a:r>
              <a:rPr lang="en-US" sz="6000" dirty="0">
                <a:solidFill>
                  <a:schemeClr val="lt1"/>
                </a:solidFill>
                <a:latin typeface="Impact"/>
                <a:ea typeface="Impact"/>
                <a:cs typeface="Impact"/>
                <a:sym typeface="Impact"/>
              </a:rPr>
              <a:t> – Health Risk Prediction System</a:t>
            </a:r>
            <a:endParaRPr dirty="0"/>
          </a:p>
        </p:txBody>
      </p:sp>
      <p:sp>
        <p:nvSpPr>
          <p:cNvPr id="86" name="Google Shape;86;p1"/>
          <p:cNvSpPr txBox="1"/>
          <p:nvPr/>
        </p:nvSpPr>
        <p:spPr>
          <a:xfrm>
            <a:off x="0" y="1772814"/>
            <a:ext cx="32918400" cy="694800"/>
          </a:xfrm>
          <a:prstGeom prst="rect">
            <a:avLst/>
          </a:prstGeom>
          <a:noFill/>
          <a:ln>
            <a:noFill/>
          </a:ln>
        </p:spPr>
        <p:txBody>
          <a:bodyPr spcFirstLastPara="1" wrap="square" lIns="211575" tIns="105800" rIns="211575" bIns="1058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3600" i="0" u="none" strike="noStrike" cap="none" dirty="0">
                <a:solidFill>
                  <a:schemeClr val="lt1"/>
                </a:solidFill>
                <a:latin typeface="Trebuchet MS"/>
                <a:ea typeface="Arial"/>
                <a:cs typeface="Arial"/>
                <a:sym typeface="Trebuchet MS"/>
              </a:rPr>
              <a:t>TJ Grewal, Gia Phat Do, Quang Anh Pham, Karmanya Khanna</a:t>
            </a:r>
          </a:p>
          <a:p>
            <a:pPr marL="0" marR="0" lvl="0" indent="0" algn="ctr" rtl="0">
              <a:lnSpc>
                <a:spcPct val="100000"/>
              </a:lnSpc>
              <a:spcBef>
                <a:spcPts val="0"/>
              </a:spcBef>
              <a:spcAft>
                <a:spcPts val="0"/>
              </a:spcAft>
              <a:buClr>
                <a:srgbClr val="000000"/>
              </a:buClr>
              <a:buSzPts val="4000"/>
              <a:buFont typeface="Arial"/>
              <a:buNone/>
            </a:pPr>
            <a:r>
              <a:rPr lang="en-US" sz="3600" i="0" u="none" strike="noStrike" cap="none" dirty="0">
                <a:solidFill>
                  <a:schemeClr val="lt1"/>
                </a:solidFill>
                <a:latin typeface="Trebuchet MS"/>
                <a:ea typeface="Arial"/>
                <a:cs typeface="Arial"/>
                <a:sym typeface="Trebuchet MS"/>
              </a:rPr>
              <a:t>CMPT310 – D100 Introduction to Artificial</a:t>
            </a:r>
            <a:r>
              <a:rPr lang="en-US" sz="3600" dirty="0">
                <a:solidFill>
                  <a:schemeClr val="lt1"/>
                </a:solidFill>
                <a:latin typeface="Trebuchet MS"/>
                <a:sym typeface="Trebuchet MS"/>
              </a:rPr>
              <a:t> Intelligence, Fall 2025</a:t>
            </a:r>
            <a:endParaRPr sz="1200" i="0" u="none" strike="noStrike" cap="non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412C0B50-3C8C-D7BF-65EF-2F3500F91450}"/>
              </a:ext>
            </a:extLst>
          </p:cNvPr>
          <p:cNvPicPr>
            <a:picLocks noChangeAspect="1"/>
          </p:cNvPicPr>
          <p:nvPr/>
        </p:nvPicPr>
        <p:blipFill>
          <a:blip r:embed="rId9"/>
          <a:stretch>
            <a:fillRect/>
          </a:stretch>
        </p:blipFill>
        <p:spPr>
          <a:xfrm>
            <a:off x="0" y="710497"/>
            <a:ext cx="2500654" cy="1250327"/>
          </a:xfrm>
          <a:prstGeom prst="rect">
            <a:avLst/>
          </a:prstGeom>
        </p:spPr>
      </p:pic>
      <p:grpSp>
        <p:nvGrpSpPr>
          <p:cNvPr id="9" name="Google Shape;88;p1">
            <a:extLst>
              <a:ext uri="{FF2B5EF4-FFF2-40B4-BE49-F238E27FC236}">
                <a16:creationId xmlns:a16="http://schemas.microsoft.com/office/drawing/2014/main" id="{A7727BED-325F-8622-4AB0-5E57B7F4F419}"/>
              </a:ext>
            </a:extLst>
          </p:cNvPr>
          <p:cNvGrpSpPr/>
          <p:nvPr/>
        </p:nvGrpSpPr>
        <p:grpSpPr>
          <a:xfrm>
            <a:off x="564799" y="3455513"/>
            <a:ext cx="14653846" cy="6040179"/>
            <a:chOff x="457200" y="3162305"/>
            <a:chExt cx="13716000" cy="7077991"/>
          </a:xfrm>
          <a:solidFill>
            <a:schemeClr val="bg1">
              <a:lumMod val="85000"/>
            </a:schemeClr>
          </a:solidFill>
        </p:grpSpPr>
        <p:sp>
          <p:nvSpPr>
            <p:cNvPr id="10" name="Google Shape;89;p1">
              <a:extLst>
                <a:ext uri="{FF2B5EF4-FFF2-40B4-BE49-F238E27FC236}">
                  <a16:creationId xmlns:a16="http://schemas.microsoft.com/office/drawing/2014/main" id="{166D2EED-CE00-CE46-CB25-5E51B7763CAE}"/>
                </a:ext>
              </a:extLst>
            </p:cNvPr>
            <p:cNvSpPr txBox="1"/>
            <p:nvPr/>
          </p:nvSpPr>
          <p:spPr>
            <a:xfrm>
              <a:off x="457200" y="3946329"/>
              <a:ext cx="13716000" cy="6293967"/>
            </a:xfrm>
            <a:prstGeom prst="rect">
              <a:avLst/>
            </a:prstGeom>
            <a:grpFill/>
            <a:ln>
              <a:noFill/>
            </a:ln>
          </p:spPr>
          <p:txBody>
            <a:bodyPr spcFirstLastPara="1" wrap="square" lIns="91425" tIns="45700" rIns="91425" bIns="45700" anchor="t" anchorCtr="0">
              <a:spAutoFit/>
            </a:bodyPr>
            <a:lstStyle/>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a:p>
              <a:pPr lvl="0">
                <a:lnSpc>
                  <a:spcPct val="110000"/>
                </a:lnSpc>
                <a:buSzPts val="3200"/>
              </a:pPr>
              <a:endParaRPr lang="en-US" sz="2800" dirty="0">
                <a:solidFill>
                  <a:schemeClr val="dk1"/>
                </a:solidFill>
                <a:latin typeface="Times"/>
                <a:cs typeface="Times"/>
                <a:sym typeface="Times"/>
              </a:endParaRPr>
            </a:p>
          </p:txBody>
        </p:sp>
        <p:sp>
          <p:nvSpPr>
            <p:cNvPr id="11" name="Google Shape;90;p1">
              <a:extLst>
                <a:ext uri="{FF2B5EF4-FFF2-40B4-BE49-F238E27FC236}">
                  <a16:creationId xmlns:a16="http://schemas.microsoft.com/office/drawing/2014/main" id="{74BF4F69-EAC6-254E-3F69-0456F88E3046}"/>
                </a:ext>
              </a:extLst>
            </p:cNvPr>
            <p:cNvSpPr txBox="1"/>
            <p:nvPr/>
          </p:nvSpPr>
          <p:spPr>
            <a:xfrm>
              <a:off x="457200" y="3162305"/>
              <a:ext cx="13716000" cy="843709"/>
            </a:xfrm>
            <a:prstGeom prst="rect">
              <a:avLst/>
            </a:prstGeom>
            <a:solidFill>
              <a:srgbClr val="CD3D3D"/>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FFFFFF"/>
                  </a:solidFill>
                  <a:latin typeface="Trebuchet MS"/>
                  <a:ea typeface="Trebuchet MS"/>
                  <a:cs typeface="Trebuchet MS"/>
                  <a:sym typeface="Trebuchet MS"/>
                </a:rPr>
                <a:t>DATASET OVERVIEW</a:t>
              </a:r>
              <a:endParaRPr lang="en-US" sz="1400" b="0" i="0" u="none" strike="noStrike" cap="none" dirty="0">
                <a:solidFill>
                  <a:srgbClr val="FFFFFF"/>
                </a:solidFill>
                <a:latin typeface="Arial"/>
                <a:ea typeface="Arial"/>
                <a:cs typeface="Arial"/>
                <a:sym typeface="Arial"/>
              </a:endParaRPr>
            </a:p>
          </p:txBody>
        </p:sp>
      </p:grpSp>
      <p:pic>
        <p:nvPicPr>
          <p:cNvPr id="6" name="Picture 5">
            <a:extLst>
              <a:ext uri="{FF2B5EF4-FFF2-40B4-BE49-F238E27FC236}">
                <a16:creationId xmlns:a16="http://schemas.microsoft.com/office/drawing/2014/main" id="{CA3B7909-8DBC-505C-3819-90D7FEF625C4}"/>
              </a:ext>
            </a:extLst>
          </p:cNvPr>
          <p:cNvPicPr>
            <a:picLocks/>
          </p:cNvPicPr>
          <p:nvPr/>
        </p:nvPicPr>
        <p:blipFill>
          <a:blip r:embed="rId10"/>
          <a:stretch>
            <a:fillRect/>
          </a:stretch>
        </p:blipFill>
        <p:spPr>
          <a:xfrm>
            <a:off x="564799" y="10307061"/>
            <a:ext cx="15299989" cy="11015017"/>
          </a:xfrm>
          <a:prstGeom prst="rect">
            <a:avLst/>
          </a:prstGeom>
          <a:ln w="28575">
            <a:solidFill>
              <a:schemeClr val="bg1">
                <a:lumMod val="75000"/>
              </a:schemeClr>
            </a:solidFill>
          </a:ln>
        </p:spPr>
      </p:pic>
      <p:sp>
        <p:nvSpPr>
          <p:cNvPr id="15" name="Google Shape;90;p1">
            <a:extLst>
              <a:ext uri="{FF2B5EF4-FFF2-40B4-BE49-F238E27FC236}">
                <a16:creationId xmlns:a16="http://schemas.microsoft.com/office/drawing/2014/main" id="{E462B7F3-E0F5-9172-488F-580D2F39C67E}"/>
              </a:ext>
            </a:extLst>
          </p:cNvPr>
          <p:cNvSpPr txBox="1"/>
          <p:nvPr/>
        </p:nvSpPr>
        <p:spPr>
          <a:xfrm>
            <a:off x="564796" y="10307062"/>
            <a:ext cx="15299990" cy="720000"/>
          </a:xfrm>
          <a:prstGeom prst="rect">
            <a:avLst/>
          </a:prstGeom>
          <a:solidFill>
            <a:srgbClr val="CD3D3D"/>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FFFFFF"/>
                </a:solidFill>
                <a:latin typeface="Trebuchet MS"/>
                <a:ea typeface="Trebuchet MS"/>
                <a:cs typeface="Trebuchet MS"/>
                <a:sym typeface="Trebuchet MS"/>
              </a:rPr>
              <a:t>MODEL COMPARISON (DIABETES)</a:t>
            </a:r>
            <a:endParaRPr lang="en-US" sz="1400" b="0" i="0" u="none" strike="noStrike" cap="none" dirty="0">
              <a:solidFill>
                <a:srgbClr val="FFFFFF"/>
              </a:solidFill>
              <a:latin typeface="Arial"/>
              <a:ea typeface="Arial"/>
              <a:cs typeface="Arial"/>
              <a:sym typeface="Arial"/>
            </a:endParaRPr>
          </a:p>
        </p:txBody>
      </p:sp>
      <p:graphicFrame>
        <p:nvGraphicFramePr>
          <p:cNvPr id="3" name="Table 2">
            <a:extLst>
              <a:ext uri="{FF2B5EF4-FFF2-40B4-BE49-F238E27FC236}">
                <a16:creationId xmlns:a16="http://schemas.microsoft.com/office/drawing/2014/main" id="{7DB7756E-BD6D-F62E-8922-2C84469C649B}"/>
              </a:ext>
            </a:extLst>
          </p:cNvPr>
          <p:cNvGraphicFramePr>
            <a:graphicFrameLocks noGrp="1"/>
          </p:cNvGraphicFramePr>
          <p:nvPr>
            <p:extLst>
              <p:ext uri="{D42A27DB-BD31-4B8C-83A1-F6EECF244321}">
                <p14:modId xmlns:p14="http://schemas.microsoft.com/office/powerpoint/2010/main" val="1670241610"/>
              </p:ext>
            </p:extLst>
          </p:nvPr>
        </p:nvGraphicFramePr>
        <p:xfrm>
          <a:off x="564796" y="4175513"/>
          <a:ext cx="14653844" cy="5320180"/>
        </p:xfrm>
        <a:graphic>
          <a:graphicData uri="http://schemas.openxmlformats.org/drawingml/2006/table">
            <a:tbl>
              <a:tblPr firstRow="1">
                <a:tableStyleId>{5940675A-B579-460E-94D1-54222C63F5DA}</a:tableStyleId>
              </a:tblPr>
              <a:tblGrid>
                <a:gridCol w="3663461">
                  <a:extLst>
                    <a:ext uri="{9D8B030D-6E8A-4147-A177-3AD203B41FA5}">
                      <a16:colId xmlns:a16="http://schemas.microsoft.com/office/drawing/2014/main" val="3930918170"/>
                    </a:ext>
                  </a:extLst>
                </a:gridCol>
                <a:gridCol w="3663461">
                  <a:extLst>
                    <a:ext uri="{9D8B030D-6E8A-4147-A177-3AD203B41FA5}">
                      <a16:colId xmlns:a16="http://schemas.microsoft.com/office/drawing/2014/main" val="1039161113"/>
                    </a:ext>
                  </a:extLst>
                </a:gridCol>
                <a:gridCol w="3663461">
                  <a:extLst>
                    <a:ext uri="{9D8B030D-6E8A-4147-A177-3AD203B41FA5}">
                      <a16:colId xmlns:a16="http://schemas.microsoft.com/office/drawing/2014/main" val="3333583182"/>
                    </a:ext>
                  </a:extLst>
                </a:gridCol>
                <a:gridCol w="3663461">
                  <a:extLst>
                    <a:ext uri="{9D8B030D-6E8A-4147-A177-3AD203B41FA5}">
                      <a16:colId xmlns:a16="http://schemas.microsoft.com/office/drawing/2014/main" val="3113788134"/>
                    </a:ext>
                  </a:extLst>
                </a:gridCol>
              </a:tblGrid>
              <a:tr h="1064036">
                <a:tc>
                  <a:txBody>
                    <a:bodyPr/>
                    <a:lstStyle/>
                    <a:p>
                      <a:pPr algn="ctr"/>
                      <a:r>
                        <a:rPr lang="en-CA" sz="3200" dirty="0"/>
                        <a:t>Dataset</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a:r>
                        <a:rPr lang="en-CA" sz="3200" dirty="0"/>
                        <a:t>Samples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a:r>
                        <a:rPr lang="en-CA" sz="3200" dirty="0"/>
                        <a:t>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a:r>
                        <a:rPr lang="en-CA" sz="3200" dirty="0"/>
                        <a:t>Class Ratio</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029224458"/>
                  </a:ext>
                </a:extLst>
              </a:tr>
              <a:tr h="1064036">
                <a:tc>
                  <a:txBody>
                    <a:bodyPr/>
                    <a:lstStyle/>
                    <a:p>
                      <a:pPr algn="ctr"/>
                      <a:r>
                        <a:rPr lang="en-CA" sz="3200" dirty="0"/>
                        <a:t>Diabetes</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768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2.02:1</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8270079"/>
                  </a:ext>
                </a:extLst>
              </a:tr>
              <a:tr h="1064036">
                <a:tc>
                  <a:txBody>
                    <a:bodyPr/>
                    <a:lstStyle/>
                    <a:p>
                      <a:pPr algn="ctr"/>
                      <a:r>
                        <a:rPr lang="en-CA" sz="3200" dirty="0"/>
                        <a:t>Heart Disease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303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1.18:1</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1882747"/>
                  </a:ext>
                </a:extLst>
              </a:tr>
              <a:tr h="1064036">
                <a:tc>
                  <a:txBody>
                    <a:bodyPr/>
                    <a:lstStyle/>
                    <a:p>
                      <a:pPr algn="ctr"/>
                      <a:r>
                        <a:rPr lang="en-CA" sz="3200" dirty="0"/>
                        <a:t>Stroke (Raw)</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5110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3200" dirty="0">
                          <a:highlight>
                            <a:srgbClr val="FFFF00"/>
                          </a:highlight>
                        </a:rPr>
                        <a:t>19.47:1</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007601"/>
                  </a:ext>
                </a:extLst>
              </a:tr>
              <a:tr h="1064036">
                <a:tc>
                  <a:txBody>
                    <a:bodyPr/>
                    <a:lstStyle/>
                    <a:p>
                      <a:pPr algn="ctr"/>
                      <a:r>
                        <a:rPr lang="en-CA" sz="3200" dirty="0"/>
                        <a:t>Stroke (SMOTE)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CA" sz="3200" dirty="0"/>
                        <a:t>9696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CA" sz="32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CA" sz="3200" dirty="0"/>
                        <a:t>1.00:1</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6631211"/>
                  </a:ext>
                </a:extLst>
              </a:tr>
            </a:tbl>
          </a:graphicData>
        </a:graphic>
      </p:graphicFrame>
      <p:pic>
        <p:nvPicPr>
          <p:cNvPr id="19" name="Picture 18">
            <a:extLst>
              <a:ext uri="{FF2B5EF4-FFF2-40B4-BE49-F238E27FC236}">
                <a16:creationId xmlns:a16="http://schemas.microsoft.com/office/drawing/2014/main" id="{54DC9D4F-A037-BFB0-A09F-BBFBCA8B8E77}"/>
              </a:ext>
            </a:extLst>
          </p:cNvPr>
          <p:cNvPicPr>
            <a:picLocks noChangeAspect="1"/>
          </p:cNvPicPr>
          <p:nvPr/>
        </p:nvPicPr>
        <p:blipFill>
          <a:blip r:embed="rId11"/>
          <a:stretch>
            <a:fillRect/>
          </a:stretch>
        </p:blipFill>
        <p:spPr>
          <a:xfrm>
            <a:off x="16644947" y="7132191"/>
            <a:ext cx="1440000" cy="1440000"/>
          </a:xfrm>
          <a:prstGeom prst="rect">
            <a:avLst/>
          </a:prstGeom>
        </p:spPr>
      </p:pic>
      <p:pic>
        <p:nvPicPr>
          <p:cNvPr id="21" name="Picture 20">
            <a:extLst>
              <a:ext uri="{FF2B5EF4-FFF2-40B4-BE49-F238E27FC236}">
                <a16:creationId xmlns:a16="http://schemas.microsoft.com/office/drawing/2014/main" id="{D3A38A89-F3BA-55A8-2BAA-1D5692A11986}"/>
              </a:ext>
            </a:extLst>
          </p:cNvPr>
          <p:cNvPicPr>
            <a:picLocks noChangeAspect="1"/>
          </p:cNvPicPr>
          <p:nvPr/>
        </p:nvPicPr>
        <p:blipFill>
          <a:blip r:embed="rId12"/>
          <a:stretch>
            <a:fillRect/>
          </a:stretch>
        </p:blipFill>
        <p:spPr>
          <a:xfrm>
            <a:off x="20015119" y="7132191"/>
            <a:ext cx="1440000" cy="1440000"/>
          </a:xfrm>
          <a:prstGeom prst="rect">
            <a:avLst/>
          </a:prstGeom>
        </p:spPr>
      </p:pic>
      <p:pic>
        <p:nvPicPr>
          <p:cNvPr id="23" name="Picture 22">
            <a:extLst>
              <a:ext uri="{FF2B5EF4-FFF2-40B4-BE49-F238E27FC236}">
                <a16:creationId xmlns:a16="http://schemas.microsoft.com/office/drawing/2014/main" id="{CAA65385-6E39-0AAD-D4FD-55F52CE07039}"/>
              </a:ext>
            </a:extLst>
          </p:cNvPr>
          <p:cNvPicPr>
            <a:picLocks noChangeAspect="1"/>
          </p:cNvPicPr>
          <p:nvPr/>
        </p:nvPicPr>
        <p:blipFill>
          <a:blip r:embed="rId13"/>
          <a:stretch>
            <a:fillRect/>
          </a:stretch>
        </p:blipFill>
        <p:spPr>
          <a:xfrm>
            <a:off x="23385292" y="7142170"/>
            <a:ext cx="1440000" cy="1440000"/>
          </a:xfrm>
          <a:prstGeom prst="rect">
            <a:avLst/>
          </a:prstGeom>
        </p:spPr>
      </p:pic>
      <p:pic>
        <p:nvPicPr>
          <p:cNvPr id="25" name="Picture 24">
            <a:extLst>
              <a:ext uri="{FF2B5EF4-FFF2-40B4-BE49-F238E27FC236}">
                <a16:creationId xmlns:a16="http://schemas.microsoft.com/office/drawing/2014/main" id="{D2DF67C5-9A3D-B813-57B9-B99C7DEC36C5}"/>
              </a:ext>
            </a:extLst>
          </p:cNvPr>
          <p:cNvPicPr>
            <a:picLocks noChangeAspect="1"/>
          </p:cNvPicPr>
          <p:nvPr/>
        </p:nvPicPr>
        <p:blipFill>
          <a:blip r:embed="rId14"/>
          <a:stretch>
            <a:fillRect/>
          </a:stretch>
        </p:blipFill>
        <p:spPr>
          <a:xfrm>
            <a:off x="26755464" y="7142170"/>
            <a:ext cx="1440000" cy="1440000"/>
          </a:xfrm>
          <a:prstGeom prst="rect">
            <a:avLst/>
          </a:prstGeom>
        </p:spPr>
      </p:pic>
      <p:pic>
        <p:nvPicPr>
          <p:cNvPr id="27" name="Picture 26">
            <a:extLst>
              <a:ext uri="{FF2B5EF4-FFF2-40B4-BE49-F238E27FC236}">
                <a16:creationId xmlns:a16="http://schemas.microsoft.com/office/drawing/2014/main" id="{679C6630-6A54-C88C-BCE0-350F9AACB6CB}"/>
              </a:ext>
            </a:extLst>
          </p:cNvPr>
          <p:cNvPicPr>
            <a:picLocks noChangeAspect="1"/>
          </p:cNvPicPr>
          <p:nvPr/>
        </p:nvPicPr>
        <p:blipFill>
          <a:blip r:embed="rId15"/>
          <a:stretch>
            <a:fillRect/>
          </a:stretch>
        </p:blipFill>
        <p:spPr>
          <a:xfrm>
            <a:off x="30125636" y="7132191"/>
            <a:ext cx="1440000" cy="1440000"/>
          </a:xfrm>
          <a:prstGeom prst="rect">
            <a:avLst/>
          </a:prstGeom>
        </p:spPr>
      </p:pic>
      <p:sp>
        <p:nvSpPr>
          <p:cNvPr id="30" name="Google Shape;90;p1">
            <a:extLst>
              <a:ext uri="{FF2B5EF4-FFF2-40B4-BE49-F238E27FC236}">
                <a16:creationId xmlns:a16="http://schemas.microsoft.com/office/drawing/2014/main" id="{EF14A5E8-AD4B-21C9-E126-4FA0581D0C86}"/>
              </a:ext>
            </a:extLst>
          </p:cNvPr>
          <p:cNvSpPr txBox="1"/>
          <p:nvPr/>
        </p:nvSpPr>
        <p:spPr>
          <a:xfrm>
            <a:off x="16459200" y="10331595"/>
            <a:ext cx="15894399" cy="707846"/>
          </a:xfrm>
          <a:prstGeom prst="rect">
            <a:avLst/>
          </a:prstGeom>
          <a:solidFill>
            <a:srgbClr val="CD3D3D"/>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FFFFFF"/>
                </a:solidFill>
                <a:latin typeface="Trebuchet MS"/>
                <a:ea typeface="Trebuchet MS"/>
                <a:cs typeface="Trebuchet MS"/>
                <a:sym typeface="Trebuchet MS"/>
              </a:rPr>
              <a:t>SMOTE COMPARISON (STROKE)</a:t>
            </a:r>
            <a:endParaRPr lang="en-US" sz="1400" b="0" i="0" u="none" strike="noStrike" cap="none" dirty="0">
              <a:solidFill>
                <a:srgbClr val="FFFFFF"/>
              </a:solidFill>
              <a:latin typeface="Arial"/>
              <a:ea typeface="Arial"/>
              <a:cs typeface="Arial"/>
              <a:sym typeface="Arial"/>
            </a:endParaRPr>
          </a:p>
        </p:txBody>
      </p:sp>
      <p:pic>
        <p:nvPicPr>
          <p:cNvPr id="22" name="Picture 21">
            <a:extLst>
              <a:ext uri="{FF2B5EF4-FFF2-40B4-BE49-F238E27FC236}">
                <a16:creationId xmlns:a16="http://schemas.microsoft.com/office/drawing/2014/main" id="{A4EA95BE-D8EC-51DE-2BD4-4FB6154EF754}"/>
              </a:ext>
            </a:extLst>
          </p:cNvPr>
          <p:cNvPicPr>
            <a:picLocks/>
          </p:cNvPicPr>
          <p:nvPr/>
        </p:nvPicPr>
        <p:blipFill>
          <a:blip r:embed="rId16"/>
          <a:stretch>
            <a:fillRect/>
          </a:stretch>
        </p:blipFill>
        <p:spPr>
          <a:xfrm>
            <a:off x="16459198" y="11027062"/>
            <a:ext cx="15894398" cy="10295016"/>
          </a:xfrm>
          <a:prstGeom prst="rect">
            <a:avLst/>
          </a:prstGeom>
          <a:ln w="28575">
            <a:solidFill>
              <a:schemeClr val="bg1">
                <a:lumMod val="75000"/>
              </a:schemeClr>
            </a:solidFill>
          </a:ln>
        </p:spPr>
      </p:pic>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1614</TotalTime>
  <Words>336</Words>
  <Application>Microsoft Office PowerPoint</Application>
  <PresentationFormat>Custom</PresentationFormat>
  <Paragraphs>77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Impact</vt:lpstr>
      <vt:lpstr>Times</vt:lpstr>
      <vt:lpstr>Trebuchet MS</vt:lpstr>
      <vt:lpstr>Office Theme</vt:lpstr>
      <vt:lpstr>HippoMedica – Health Risk Prediction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an Exciting Project with Even More Exciting Results</dc:title>
  <dc:creator>Greg Mori</dc:creator>
  <cp:lastModifiedBy>Quang Anh Pham</cp:lastModifiedBy>
  <cp:revision>26</cp:revision>
  <dcterms:created xsi:type="dcterms:W3CDTF">2018-11-28T01:52:15Z</dcterms:created>
  <dcterms:modified xsi:type="dcterms:W3CDTF">2025-12-02T03:11:45Z</dcterms:modified>
</cp:coreProperties>
</file>